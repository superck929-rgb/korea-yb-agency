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6727-19A3-4BE4-9BE1-516452295C8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EBBE-7168-4E97-922D-328C97F7D7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633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6727-19A3-4BE4-9BE1-516452295C8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EBBE-7168-4E97-922D-328C97F7D7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700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6727-19A3-4BE4-9BE1-516452295C8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EBBE-7168-4E97-922D-328C97F7D7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97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6727-19A3-4BE4-9BE1-516452295C8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EBBE-7168-4E97-922D-328C97F7D7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802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6727-19A3-4BE4-9BE1-516452295C8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EBBE-7168-4E97-922D-328C97F7D7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97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6727-19A3-4BE4-9BE1-516452295C8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EBBE-7168-4E97-922D-328C97F7D7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978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6727-19A3-4BE4-9BE1-516452295C8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EBBE-7168-4E97-922D-328C97F7D7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278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6727-19A3-4BE4-9BE1-516452295C8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EBBE-7168-4E97-922D-328C97F7D7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99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6727-19A3-4BE4-9BE1-516452295C8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EBBE-7168-4E97-922D-328C97F7D7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41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6727-19A3-4BE4-9BE1-516452295C8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EBBE-7168-4E97-922D-328C97F7D7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2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6727-19A3-4BE4-9BE1-516452295C8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DEBBE-7168-4E97-922D-328C97F7D7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689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96727-19A3-4BE4-9BE1-516452295C8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DEBBE-7168-4E97-922D-328C97F7D7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82" y="863113"/>
            <a:ext cx="4683477" cy="429797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885" y="863113"/>
            <a:ext cx="5562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768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6715" y="167054"/>
            <a:ext cx="11975123" cy="6418383"/>
          </a:xfrm>
        </p:spPr>
        <p:txBody>
          <a:bodyPr>
            <a:normAutofit/>
          </a:bodyPr>
          <a:lstStyle/>
          <a:p>
            <a:pPr algn="l"/>
            <a:r>
              <a:rPr lang="ko-KR" altLang="en-US" sz="1100" dirty="0" smtClean="0"/>
              <a:t>대만 구매대행 사이트</a:t>
            </a:r>
            <a:endParaRPr lang="en-US" altLang="ko-KR" sz="1100" dirty="0" smtClean="0"/>
          </a:p>
          <a:p>
            <a:pPr algn="l"/>
            <a:endParaRPr lang="en-US" altLang="ko-KR" sz="1100" dirty="0"/>
          </a:p>
          <a:p>
            <a:pPr algn="l"/>
            <a:r>
              <a:rPr lang="ko-KR" altLang="en-US" sz="1100" dirty="0" smtClean="0"/>
              <a:t>구매대행 입력 내용</a:t>
            </a:r>
            <a:endParaRPr lang="en-US" altLang="ko-KR" sz="1100" dirty="0" smtClean="0"/>
          </a:p>
          <a:p>
            <a:pPr algn="l"/>
            <a:r>
              <a:rPr lang="ko-KR" altLang="en-US" sz="1100" dirty="0"/>
              <a:t>원하시는 상품을 중국 쇼핑몰 회원가입 없이</a:t>
            </a:r>
            <a:r>
              <a:rPr lang="en-US" altLang="ko-KR" sz="1100" dirty="0"/>
              <a:t>, </a:t>
            </a:r>
            <a:r>
              <a:rPr lang="ko-KR" altLang="en-US" sz="1100" dirty="0"/>
              <a:t>결제에 대한 부담없이 형성에서는 모든 구입과 배송 과정을 대행해드리는 서비스입니다</a:t>
            </a:r>
            <a:r>
              <a:rPr lang="en-US" altLang="ko-KR" sz="1100" dirty="0"/>
              <a:t>.</a:t>
            </a:r>
            <a:endParaRPr lang="en-US" altLang="ko-KR" sz="1100" dirty="0" smtClean="0"/>
          </a:p>
          <a:p>
            <a:pPr algn="l"/>
            <a:r>
              <a:rPr lang="ko-KR" altLang="en-US" sz="1100" dirty="0"/>
              <a:t>홈페이지 이용 및 카드 결제 등의 문제로 이용이 어려운 고객님을 대신하여 해외 쇼핑몰에서의 구매부터 배송까지 </a:t>
            </a:r>
            <a:r>
              <a:rPr lang="ko-KR" altLang="en-US" sz="1100" dirty="0" smtClean="0"/>
              <a:t>한국아저씨가 </a:t>
            </a:r>
            <a:r>
              <a:rPr lang="ko-KR" altLang="en-US" sz="1100" dirty="0"/>
              <a:t>대행해 드리는 서비스입니다</a:t>
            </a:r>
            <a:r>
              <a:rPr lang="en-US" altLang="ko-KR" sz="1100" dirty="0"/>
              <a:t>. </a:t>
            </a:r>
            <a:r>
              <a:rPr lang="ko-KR" altLang="en-US" sz="1100" dirty="0" err="1" smtClean="0"/>
              <a:t>한국아저씨</a:t>
            </a:r>
            <a:r>
              <a:rPr lang="ko-KR" altLang="en-US" sz="1100" dirty="0" smtClean="0"/>
              <a:t> </a:t>
            </a:r>
            <a:r>
              <a:rPr lang="ko-KR" altLang="en-US" sz="1100" dirty="0"/>
              <a:t>구매대행 서비스를 이용하여 쉽게 </a:t>
            </a:r>
            <a:r>
              <a:rPr lang="ko-KR" altLang="en-US" sz="1100" dirty="0" err="1"/>
              <a:t>해외직구</a:t>
            </a:r>
            <a:r>
              <a:rPr lang="ko-KR" altLang="en-US" sz="1100" dirty="0"/>
              <a:t> 하세요</a:t>
            </a:r>
            <a:r>
              <a:rPr lang="en-US" altLang="ko-KR" sz="1100" dirty="0"/>
              <a:t>~</a:t>
            </a:r>
          </a:p>
          <a:p>
            <a:pPr algn="l"/>
            <a:r>
              <a:rPr lang="ko-KR" altLang="en-US" sz="1100" dirty="0"/>
              <a:t>고객의 </a:t>
            </a:r>
            <a:r>
              <a:rPr lang="ko-KR" altLang="en-US" sz="1100" dirty="0" err="1"/>
              <a:t>니즈를</a:t>
            </a:r>
            <a:r>
              <a:rPr lang="ko-KR" altLang="en-US" sz="1100" dirty="0"/>
              <a:t> 충족시키기에 중국 상품 수입 경쟁력을 강화하며 건건이 발생하는 모든 </a:t>
            </a:r>
            <a:r>
              <a:rPr lang="ko-KR" altLang="en-US" sz="1100" dirty="0" err="1"/>
              <a:t>과정부분을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안내드릴것</a:t>
            </a:r>
            <a:r>
              <a:rPr lang="ko-KR" altLang="en-US" sz="1100" dirty="0"/>
              <a:t> 입니다</a:t>
            </a:r>
            <a:r>
              <a:rPr lang="en-US" altLang="ko-KR" sz="1100" dirty="0"/>
              <a:t>. </a:t>
            </a:r>
            <a:r>
              <a:rPr lang="ko-KR" altLang="en-US" sz="1100" b="1" dirty="0"/>
              <a:t>구매대행의 </a:t>
            </a:r>
            <a:r>
              <a:rPr lang="en-US" altLang="ko-KR" sz="1100" b="1" dirty="0"/>
              <a:t>ONE TOP! </a:t>
            </a:r>
            <a:r>
              <a:rPr lang="ko-KR" altLang="en-US" sz="1100" dirty="0" smtClean="0"/>
              <a:t>에이전시 한국아저씨와 </a:t>
            </a:r>
            <a:r>
              <a:rPr lang="ko-KR" altLang="en-US" sz="1100" dirty="0"/>
              <a:t>함께 같이 성장하도록 </a:t>
            </a:r>
            <a:r>
              <a:rPr lang="ko-KR" altLang="en-US" sz="1100" dirty="0" err="1"/>
              <a:t>끈임없이</a:t>
            </a:r>
            <a:r>
              <a:rPr lang="ko-KR" altLang="en-US" sz="1100" dirty="0"/>
              <a:t> 노력하겠습니다</a:t>
            </a:r>
            <a:r>
              <a:rPr lang="en-US" altLang="ko-KR" sz="1100" dirty="0"/>
              <a:t>.</a:t>
            </a:r>
            <a:endParaRPr lang="en-US" altLang="ko-KR" sz="1100" dirty="0" smtClean="0"/>
          </a:p>
          <a:p>
            <a:pPr algn="l"/>
            <a:endParaRPr lang="en-US" altLang="ko-KR" sz="1100" dirty="0" smtClean="0"/>
          </a:p>
          <a:p>
            <a:pPr algn="l"/>
            <a:r>
              <a:rPr lang="ko-KR" altLang="en-US" sz="1100" dirty="0" smtClean="0"/>
              <a:t>배송대행 내용 입력</a:t>
            </a:r>
            <a:endParaRPr lang="en-US" altLang="ko-KR" sz="1100" dirty="0" smtClean="0"/>
          </a:p>
          <a:p>
            <a:pPr algn="l"/>
            <a:r>
              <a:rPr lang="ko-KR" altLang="en-US" sz="1100" dirty="0" smtClean="0"/>
              <a:t>한국에 직접 거주하지 않아도 모든 한국 상품을 직접 구매할 수 있도록 하는 서비스입니다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한국 내의 판매자에게서 직접 상품을 주문하여 </a:t>
            </a:r>
            <a:r>
              <a:rPr lang="ko-KR" altLang="en-US" sz="1100" dirty="0" err="1" smtClean="0"/>
              <a:t>한국아저씨</a:t>
            </a:r>
            <a:r>
              <a:rPr lang="ko-KR" altLang="en-US" sz="1100" dirty="0" smtClean="0"/>
              <a:t> 주소지로 상품을 </a:t>
            </a:r>
            <a:r>
              <a:rPr lang="ko-KR" altLang="en-US" sz="1100" dirty="0" err="1" smtClean="0"/>
              <a:t>배송시키면</a:t>
            </a:r>
            <a:r>
              <a:rPr lang="ko-KR" altLang="en-US" sz="1100" dirty="0" smtClean="0"/>
              <a:t> 한국아저씨가 상품을 받아 회원님의 대만내 주소지까지 </a:t>
            </a:r>
            <a:r>
              <a:rPr lang="ko-KR" altLang="en-US" sz="1100" dirty="0" err="1" smtClean="0"/>
              <a:t>국제배송을</a:t>
            </a:r>
            <a:r>
              <a:rPr lang="ko-KR" altLang="en-US" sz="1100" dirty="0" smtClean="0"/>
              <a:t> 대행해 드리는 서비스입니다</a:t>
            </a:r>
            <a:r>
              <a:rPr lang="en-US" altLang="ko-KR" sz="1100" dirty="0" smtClean="0"/>
              <a:t>.</a:t>
            </a:r>
          </a:p>
          <a:p>
            <a:pPr algn="l"/>
            <a:r>
              <a:rPr lang="ko-KR" altLang="en-US" sz="1100" dirty="0" err="1" smtClean="0"/>
              <a:t>픽업대행</a:t>
            </a:r>
            <a:r>
              <a:rPr lang="ko-KR" altLang="en-US" sz="1100" dirty="0" smtClean="0"/>
              <a:t> 내용 입력</a:t>
            </a:r>
            <a:endParaRPr lang="en-US" altLang="ko-KR" sz="1100" dirty="0" smtClean="0"/>
          </a:p>
          <a:p>
            <a:pPr algn="l"/>
            <a:r>
              <a:rPr lang="ko-KR" altLang="en-US" sz="1100" dirty="0" smtClean="0"/>
              <a:t>고객이 한국 내 주문을 한 이후에 주문된 상품을 한국 아저씨가 직접 가서 픽업하여 대만 내 주소지까지 </a:t>
            </a:r>
            <a:r>
              <a:rPr lang="ko-KR" altLang="en-US" sz="1100" dirty="0" err="1" smtClean="0"/>
              <a:t>국제배송을</a:t>
            </a:r>
            <a:r>
              <a:rPr lang="ko-KR" altLang="en-US" sz="1100" dirty="0" smtClean="0"/>
              <a:t> 해드리는 서비스입니다</a:t>
            </a:r>
            <a:r>
              <a:rPr lang="en-US" altLang="ko-KR" sz="1100" dirty="0" smtClean="0"/>
              <a:t>.</a:t>
            </a:r>
          </a:p>
          <a:p>
            <a:pPr algn="l"/>
            <a:r>
              <a:rPr lang="ko-KR" altLang="en-US" sz="1100" dirty="0" err="1" smtClean="0"/>
              <a:t>무역대행</a:t>
            </a:r>
            <a:r>
              <a:rPr lang="ko-KR" altLang="en-US" sz="1100" dirty="0" smtClean="0"/>
              <a:t> 내용 입력</a:t>
            </a:r>
            <a:endParaRPr lang="en-US" altLang="ko-KR" sz="1100" dirty="0"/>
          </a:p>
          <a:p>
            <a:pPr algn="l"/>
            <a:r>
              <a:rPr lang="ko-KR" altLang="en-US" sz="1100" dirty="0" smtClean="0"/>
              <a:t>한국 상품을 대량으로 한국 상품을 대량으로 구매하여 대만 내 판매를 목적으로 하는 고객을 대상으로 한국에서 대만까지 배송하는 전반적인 무역 서비스</a:t>
            </a:r>
            <a:endParaRPr lang="en-US" altLang="ko-KR" sz="1100" dirty="0" smtClean="0"/>
          </a:p>
          <a:p>
            <a:pPr algn="l"/>
            <a:endParaRPr lang="en-US" altLang="ko-KR" sz="1100" dirty="0" smtClean="0"/>
          </a:p>
          <a:p>
            <a:pPr algn="l"/>
            <a:r>
              <a:rPr lang="ko-KR" altLang="en-US" sz="1100" dirty="0" smtClean="0"/>
              <a:t>수정 내용</a:t>
            </a:r>
            <a:r>
              <a:rPr lang="en-US" altLang="ko-KR" sz="1100" dirty="0" smtClean="0"/>
              <a:t>.</a:t>
            </a:r>
          </a:p>
          <a:p>
            <a:pPr algn="l"/>
            <a:r>
              <a:rPr lang="ko-KR" altLang="en-US" sz="1100" dirty="0" smtClean="0"/>
              <a:t>첫번째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신청하기 메뉴에서 게시판에 걸리는 사진 부분을 제거해줘</a:t>
            </a:r>
            <a:r>
              <a:rPr lang="en-US" altLang="ko-KR" sz="1100" dirty="0" smtClean="0"/>
              <a:t>.</a:t>
            </a:r>
            <a:r>
              <a:rPr lang="ko-KR" altLang="en-US" sz="1100" dirty="0" smtClean="0"/>
              <a:t> </a:t>
            </a:r>
            <a:endParaRPr lang="en-US" altLang="ko-KR" sz="1100" dirty="0" smtClean="0"/>
          </a:p>
          <a:p>
            <a:pPr algn="l"/>
            <a:r>
              <a:rPr lang="ko-KR" altLang="en-US" sz="1100" dirty="0" smtClean="0"/>
              <a:t>두 번째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메뉴 간격을 조금만 넓혀주고</a:t>
            </a:r>
            <a:r>
              <a:rPr lang="en-US" altLang="ko-KR" sz="1100" dirty="0" smtClean="0"/>
              <a:t>,</a:t>
            </a:r>
          </a:p>
          <a:p>
            <a:pPr algn="l"/>
            <a:r>
              <a:rPr lang="ko-KR" altLang="en-US" sz="1100" dirty="0" smtClean="0"/>
              <a:t>세 번째</a:t>
            </a:r>
            <a:r>
              <a:rPr lang="en-US" altLang="ko-KR" sz="1100" dirty="0" smtClean="0"/>
              <a:t>.</a:t>
            </a:r>
            <a:r>
              <a:rPr lang="ko-KR" altLang="en-US" sz="1100" dirty="0" smtClean="0"/>
              <a:t> 신청하기 버튼을 픽업 탭 다음으로 이동시켜 중앙에 배치해 주세요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그리고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빨간색 범위 부분의 높이가 너무 높으니 이 부분을 좀 더 좁혀주세요</a:t>
            </a:r>
            <a:r>
              <a:rPr lang="en-US" altLang="ko-KR" sz="1100" dirty="0" smtClean="0"/>
              <a:t>.</a:t>
            </a:r>
            <a:r>
              <a:rPr lang="ko-KR" altLang="en-US" sz="1100" dirty="0" smtClean="0"/>
              <a:t> 그리고 빨간색 버튼을 너무 동그랗게 하지 말고 사각형으로 하되 끝에 부분만 약간 라운드가 진 형태로 바꿔줘</a:t>
            </a:r>
            <a:r>
              <a:rPr lang="en-US" altLang="ko-KR" sz="1100" dirty="0" smtClean="0"/>
              <a:t>.</a:t>
            </a:r>
          </a:p>
          <a:p>
            <a:pPr algn="l"/>
            <a:r>
              <a:rPr lang="ko-KR" altLang="en-US" sz="1100" dirty="0" smtClean="0"/>
              <a:t>네 번째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사진 위에 떠 있는 메인 문구를 이렇게 두 줄로 바꿔줘</a:t>
            </a:r>
            <a:r>
              <a:rPr lang="en-US" altLang="ko-KR" sz="1100" dirty="0" smtClean="0"/>
              <a:t>.</a:t>
            </a:r>
            <a:r>
              <a:rPr lang="ja-JP" altLang="en-US" sz="1100" b="1" dirty="0" smtClean="0"/>
              <a:t> </a:t>
            </a:r>
            <a:r>
              <a:rPr lang="en-US" altLang="ja-JP" sz="1100" b="1" dirty="0" smtClean="0"/>
              <a:t>【</a:t>
            </a:r>
            <a:r>
              <a:rPr lang="ja-JP" altLang="en-US" sz="1100" b="1" dirty="0" smtClean="0"/>
              <a:t>韓國現地代購・直送台灣</a:t>
            </a:r>
            <a:r>
              <a:rPr lang="en-US" altLang="ja-JP" sz="1100" b="1" dirty="0" smtClean="0"/>
              <a:t>】</a:t>
            </a:r>
            <a:r>
              <a:rPr lang="ja-JP" altLang="en-US" sz="1100" b="1" dirty="0" smtClean="0"/>
              <a:t>專為台灣客戶打造的韓國商品一站式服務</a:t>
            </a:r>
            <a:endParaRPr lang="en-US" altLang="ja-JP" sz="1100" b="1" dirty="0" smtClean="0"/>
          </a:p>
          <a:p>
            <a:pPr algn="l"/>
            <a:r>
              <a:rPr lang="ko-KR" altLang="en-US" sz="1100" dirty="0" smtClean="0"/>
              <a:t>다섯 번째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그 사진 위에 있는 신청 </a:t>
            </a:r>
            <a:r>
              <a:rPr lang="ko-KR" altLang="en-US" sz="1100" dirty="0" err="1" smtClean="0"/>
              <a:t>버튼하고</a:t>
            </a:r>
            <a:r>
              <a:rPr lang="ko-KR" altLang="en-US" sz="1100" dirty="0" smtClean="0"/>
              <a:t> 연락처들은 제거해서 단순 깔끔하게 만들어줘</a:t>
            </a:r>
            <a:r>
              <a:rPr lang="en-US" altLang="ko-KR" sz="1100" dirty="0" smtClean="0"/>
              <a:t>.</a:t>
            </a:r>
          </a:p>
          <a:p>
            <a:pPr algn="l"/>
            <a:r>
              <a:rPr lang="ko-KR" altLang="en-US" sz="1100" dirty="0" smtClean="0"/>
              <a:t>여섯 번째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신청하기란에 고객들이 직접 사진을 추가할 수 있는 부분</a:t>
            </a:r>
            <a:r>
              <a:rPr lang="en-US" altLang="ko-KR" sz="1100" dirty="0"/>
              <a:t> </a:t>
            </a:r>
            <a:r>
              <a:rPr lang="ko-KR" altLang="en-US" sz="1100" dirty="0" smtClean="0"/>
              <a:t>같이 추가가 돼야 돼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사진을 보면 우리가 상품을 더 쉽게 찾을 수 있기 때문이지</a:t>
            </a:r>
            <a:r>
              <a:rPr lang="en-US" altLang="ko-KR" sz="1100" dirty="0" smtClean="0"/>
              <a:t>. </a:t>
            </a:r>
          </a:p>
          <a:p>
            <a:pPr algn="l"/>
            <a:endParaRPr lang="en-US" altLang="ko-KR" sz="1100" dirty="0" smtClean="0"/>
          </a:p>
        </p:txBody>
      </p:sp>
    </p:spTree>
    <p:extLst>
      <p:ext uri="{BB962C8B-B14F-4D97-AF65-F5344CB8AC3E}">
        <p14:creationId xmlns:p14="http://schemas.microsoft.com/office/powerpoint/2010/main" val="3766401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6715" y="167055"/>
            <a:ext cx="11975123" cy="5600700"/>
          </a:xfrm>
        </p:spPr>
        <p:txBody>
          <a:bodyPr>
            <a:normAutofit/>
          </a:bodyPr>
          <a:lstStyle/>
          <a:p>
            <a:pPr algn="l"/>
            <a:endParaRPr lang="en-US" altLang="ko-KR" sz="1100" dirty="0" smtClean="0"/>
          </a:p>
          <a:p>
            <a:pPr algn="l"/>
            <a:r>
              <a:rPr lang="ko-KR" altLang="en-US" sz="1100" dirty="0" smtClean="0"/>
              <a:t>수정 내용</a:t>
            </a:r>
            <a:r>
              <a:rPr lang="en-US" altLang="ko-KR" sz="1100" dirty="0" smtClean="0"/>
              <a:t>;</a:t>
            </a:r>
          </a:p>
          <a:p>
            <a:pPr algn="l"/>
            <a:r>
              <a:rPr lang="en-US" altLang="ko-KR" sz="1100" dirty="0" smtClean="0"/>
              <a:t>1.</a:t>
            </a:r>
            <a:r>
              <a:rPr lang="ko-KR" altLang="en-US" sz="1100" dirty="0" smtClean="0"/>
              <a:t>메뉴는 아래 일곱 가지로 변경시켜줘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한국 메뉴는 변경 안 시켜줘도 돼</a:t>
            </a:r>
            <a:r>
              <a:rPr lang="en-US" altLang="ko-KR" sz="1100" dirty="0" smtClean="0"/>
              <a:t>.</a:t>
            </a:r>
            <a:endParaRPr lang="en-US" altLang="zh-TW" sz="1100" dirty="0" smtClean="0"/>
          </a:p>
          <a:p>
            <a:pPr algn="l"/>
            <a:r>
              <a:rPr lang="zh-TW" altLang="en-US" sz="1100" dirty="0" smtClean="0"/>
              <a:t>商品代購</a:t>
            </a:r>
            <a:br>
              <a:rPr lang="zh-TW" altLang="en-US" sz="1100" dirty="0" smtClean="0"/>
            </a:br>
            <a:r>
              <a:rPr lang="zh-TW" altLang="en-US" sz="1100" dirty="0" smtClean="0"/>
              <a:t>集運服務</a:t>
            </a:r>
            <a:br>
              <a:rPr lang="zh-TW" altLang="en-US" sz="1100" dirty="0" smtClean="0"/>
            </a:br>
            <a:r>
              <a:rPr lang="zh-TW" altLang="en-US" sz="1100" dirty="0" smtClean="0"/>
              <a:t>現地提貨</a:t>
            </a:r>
            <a:br>
              <a:rPr lang="zh-TW" altLang="en-US" sz="1100" dirty="0" smtClean="0"/>
            </a:br>
            <a:endParaRPr lang="en-US" altLang="zh-TW" sz="1100" dirty="0" smtClean="0"/>
          </a:p>
          <a:p>
            <a:pPr algn="l"/>
            <a:r>
              <a:rPr lang="ko-KR" altLang="en-US" sz="1100" dirty="0" smtClean="0"/>
              <a:t>立即委託</a:t>
            </a:r>
            <a:endParaRPr lang="en-US" altLang="ko-KR" sz="1100" dirty="0" smtClean="0"/>
          </a:p>
          <a:p>
            <a:pPr algn="l"/>
            <a:r>
              <a:rPr lang="zh-TW" altLang="en-US" sz="1100" dirty="0" smtClean="0"/>
              <a:t>批發專區</a:t>
            </a:r>
            <a:br>
              <a:rPr lang="zh-TW" altLang="en-US" sz="1100" dirty="0" smtClean="0"/>
            </a:br>
            <a:r>
              <a:rPr lang="zh-TW" altLang="en-US" sz="1100" dirty="0" smtClean="0"/>
              <a:t>最新公告</a:t>
            </a:r>
            <a:br>
              <a:rPr lang="zh-TW" altLang="en-US" sz="1100" dirty="0" smtClean="0"/>
            </a:br>
            <a:r>
              <a:rPr lang="ko-KR" altLang="en-US" sz="1100" dirty="0" smtClean="0"/>
              <a:t>配送查詢</a:t>
            </a:r>
            <a:endParaRPr lang="en-US" altLang="ko-KR" sz="1100" dirty="0" smtClean="0"/>
          </a:p>
          <a:p>
            <a:pPr algn="l"/>
            <a:r>
              <a:rPr lang="en-US" altLang="ko-KR" sz="1100" dirty="0" smtClean="0"/>
              <a:t>2.</a:t>
            </a:r>
            <a:r>
              <a:rPr lang="ko-KR" altLang="en-US" sz="1100" dirty="0" smtClean="0"/>
              <a:t> 신청하기 버튼을 픽업 탭 다음으로 이동시켜 중앙에 배치해 주세요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그리고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빨간색 범위 부분의 높이가 너무 높으니 이 부분을 좀 더 좁혀주세요</a:t>
            </a:r>
            <a:r>
              <a:rPr lang="en-US" altLang="ko-KR" sz="1100" dirty="0" smtClean="0"/>
              <a:t>.</a:t>
            </a:r>
            <a:r>
              <a:rPr lang="ko-KR" altLang="en-US" sz="1100" dirty="0" smtClean="0"/>
              <a:t> 그리고 빨간색 버튼을 너무 동그랗게 하지 말고 사각형으로 하되 끝에 부분만 약간 라운드가 진 형태로 바꿔줘</a:t>
            </a:r>
            <a:r>
              <a:rPr lang="en-US" altLang="ko-KR" sz="1100" dirty="0" smtClean="0"/>
              <a:t>.</a:t>
            </a:r>
          </a:p>
          <a:p>
            <a:pPr algn="l"/>
            <a:r>
              <a:rPr lang="en-US" altLang="ko-KR" sz="1100" dirty="0" smtClean="0"/>
              <a:t>3. </a:t>
            </a:r>
            <a:r>
              <a:rPr lang="ko-KR" altLang="en-US" sz="1100" dirty="0" smtClean="0"/>
              <a:t>신청하기 메뉴에서 게시판에 걸리는 사진 부분을 제거해줘</a:t>
            </a:r>
            <a:r>
              <a:rPr lang="en-US" altLang="ko-KR" sz="1100" dirty="0" smtClean="0"/>
              <a:t>.</a:t>
            </a:r>
            <a:r>
              <a:rPr lang="ko-KR" altLang="en-US" sz="1100" dirty="0" smtClean="0"/>
              <a:t> </a:t>
            </a:r>
            <a:endParaRPr lang="en-US" altLang="ko-KR" sz="1100" dirty="0" smtClean="0"/>
          </a:p>
          <a:p>
            <a:pPr algn="l"/>
            <a:r>
              <a:rPr lang="en-US" altLang="ko-KR" sz="1100" dirty="0" smtClean="0"/>
              <a:t>4, </a:t>
            </a:r>
            <a:r>
              <a:rPr lang="ko-KR" altLang="en-US" sz="1100" dirty="0" smtClean="0"/>
              <a:t>메뉴 간격을 조금만 넓혀주고</a:t>
            </a:r>
            <a:r>
              <a:rPr lang="en-US" altLang="ko-KR" sz="1100" dirty="0" smtClean="0"/>
              <a:t>,</a:t>
            </a:r>
          </a:p>
          <a:p>
            <a:pPr algn="l"/>
            <a:r>
              <a:rPr lang="en-US" altLang="ko-KR" sz="1100" dirty="0" smtClean="0"/>
              <a:t>5. </a:t>
            </a:r>
            <a:r>
              <a:rPr lang="ko-KR" altLang="en-US" sz="1100" dirty="0" smtClean="0"/>
              <a:t>인덱스 페이지 사진 위에 떠 있는 메인 문구를 이렇게 두 줄로 바꿔줘</a:t>
            </a:r>
            <a:r>
              <a:rPr lang="en-US" altLang="ko-KR" sz="1100" dirty="0" smtClean="0"/>
              <a:t>.</a:t>
            </a:r>
            <a:r>
              <a:rPr lang="ja-JP" altLang="en-US" sz="1100" b="1" dirty="0" smtClean="0"/>
              <a:t> </a:t>
            </a:r>
            <a:r>
              <a:rPr lang="en-US" altLang="ja-JP" sz="1100" b="1" dirty="0" smtClean="0"/>
              <a:t>【</a:t>
            </a:r>
            <a:r>
              <a:rPr lang="ja-JP" altLang="en-US" sz="1100" b="1" dirty="0" smtClean="0"/>
              <a:t>韓國現地代購・直送台灣</a:t>
            </a:r>
            <a:r>
              <a:rPr lang="en-US" altLang="ja-JP" sz="1100" b="1" dirty="0" smtClean="0"/>
              <a:t>】</a:t>
            </a:r>
            <a:r>
              <a:rPr lang="ja-JP" altLang="en-US" sz="1100" b="1" dirty="0" smtClean="0"/>
              <a:t>專為台灣客戶打造的韓國商品一站式服務</a:t>
            </a:r>
            <a:endParaRPr lang="en-US" altLang="ja-JP" sz="1100" b="1" dirty="0" smtClean="0"/>
          </a:p>
          <a:p>
            <a:pPr algn="l"/>
            <a:r>
              <a:rPr lang="en-US" altLang="ko-KR" sz="1100" dirty="0" smtClean="0"/>
              <a:t>6, </a:t>
            </a:r>
            <a:r>
              <a:rPr lang="ko-KR" altLang="en-US" sz="1100" dirty="0" smtClean="0"/>
              <a:t>그 사진 위에 있는 신청 </a:t>
            </a:r>
            <a:r>
              <a:rPr lang="ko-KR" altLang="en-US" sz="1100" dirty="0" err="1" smtClean="0"/>
              <a:t>버튼하고</a:t>
            </a:r>
            <a:r>
              <a:rPr lang="ko-KR" altLang="en-US" sz="1100" dirty="0" smtClean="0"/>
              <a:t> 연락처들은 제거해서 단순 깔끔하게 만들어줘</a:t>
            </a:r>
            <a:r>
              <a:rPr lang="en-US" altLang="ko-KR" sz="1100" dirty="0" smtClean="0"/>
              <a:t>.</a:t>
            </a:r>
          </a:p>
          <a:p>
            <a:pPr algn="l"/>
            <a:r>
              <a:rPr lang="en-US" altLang="ko-KR" sz="1100" dirty="0" smtClean="0"/>
              <a:t>7, </a:t>
            </a:r>
            <a:r>
              <a:rPr lang="ko-KR" altLang="en-US" sz="1100" dirty="0" smtClean="0"/>
              <a:t>신청하기란에 고객들이 직접 사진을 추가할 수 있는 부분</a:t>
            </a:r>
            <a:r>
              <a:rPr lang="en-US" altLang="ko-KR" sz="1100" dirty="0"/>
              <a:t> </a:t>
            </a:r>
            <a:r>
              <a:rPr lang="ko-KR" altLang="en-US" sz="1100" dirty="0" smtClean="0"/>
              <a:t>같이 추가가 돼야 돼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사진을 보면 우리가 상품을 더 쉽게 찾을 수 있기 때문이지</a:t>
            </a:r>
            <a:r>
              <a:rPr lang="en-US" altLang="ko-KR" sz="1100" dirty="0" smtClean="0"/>
              <a:t>.</a:t>
            </a:r>
          </a:p>
          <a:p>
            <a:pPr algn="l"/>
            <a:r>
              <a:rPr lang="en-US" altLang="ko-KR" sz="1100" dirty="0" smtClean="0"/>
              <a:t>8. </a:t>
            </a:r>
            <a:r>
              <a:rPr lang="ko-KR" altLang="en-US" sz="1100" dirty="0" smtClean="0"/>
              <a:t>각 </a:t>
            </a:r>
            <a:r>
              <a:rPr lang="ko-KR" altLang="en-US" sz="1100" dirty="0" err="1" smtClean="0"/>
              <a:t>메뉴별</a:t>
            </a:r>
            <a:r>
              <a:rPr lang="ko-KR" altLang="en-US" sz="1100" dirty="0" smtClean="0"/>
              <a:t> 사진 이미지도 마스크가 너무 진해서 사진이 보이지 않으니까 그 부분도 마찬가지로 사진이 명확하게 보일 수 있도록 해줘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명확하게 보일 수 있도록 해주면 돼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마스크는 </a:t>
            </a:r>
            <a:r>
              <a:rPr lang="en-US" altLang="ko-KR" sz="1100" dirty="0" smtClean="0"/>
              <a:t>0%</a:t>
            </a:r>
            <a:r>
              <a:rPr lang="ko-KR" altLang="en-US" sz="1100" dirty="0" smtClean="0"/>
              <a:t>로 해줘도 될 것 같아</a:t>
            </a:r>
            <a:r>
              <a:rPr lang="en-US" altLang="ko-KR" sz="1100" dirty="0" smtClean="0"/>
              <a:t>.</a:t>
            </a:r>
          </a:p>
          <a:p>
            <a:pPr algn="l"/>
            <a:r>
              <a:rPr lang="en-US" altLang="ko-KR" sz="1100" dirty="0" smtClean="0"/>
              <a:t>9. </a:t>
            </a:r>
            <a:r>
              <a:rPr lang="ko-KR" altLang="en-US" sz="1100" dirty="0" smtClean="0"/>
              <a:t>그리고 각각의 메뉴 페이지로 들어갔을 때 맨 위에 로고 사진이 보이지 않아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인덱스 페이지에는 로고가 보이는데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각각의 메뉴 페이지에서는 로고가 보이지 않아</a:t>
            </a:r>
            <a:r>
              <a:rPr lang="en-US" altLang="ko-KR" sz="1100" dirty="0" smtClean="0"/>
              <a:t>.</a:t>
            </a:r>
          </a:p>
          <a:p>
            <a:pPr algn="l"/>
            <a:r>
              <a:rPr lang="en-US" altLang="ko-KR" sz="1100" dirty="0" smtClean="0"/>
              <a:t>10.</a:t>
            </a:r>
            <a:r>
              <a:rPr lang="ko-KR" altLang="en-US" sz="1100" dirty="0" smtClean="0"/>
              <a:t> 밑에 나오는 내용들은 앞에 네 개 메뉴 구매대행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배송대행</a:t>
            </a:r>
            <a:r>
              <a:rPr lang="en-US" altLang="ko-KR" sz="1100" dirty="0" smtClean="0"/>
              <a:t>, </a:t>
            </a:r>
            <a:r>
              <a:rPr lang="ko-KR" altLang="en-US" sz="1100" dirty="0" err="1" smtClean="0"/>
              <a:t>픽업대행</a:t>
            </a:r>
            <a:r>
              <a:rPr lang="en-US" altLang="ko-KR" sz="1100" dirty="0" smtClean="0"/>
              <a:t>, </a:t>
            </a:r>
            <a:r>
              <a:rPr lang="ko-KR" altLang="en-US" sz="1100" dirty="0" err="1" smtClean="0"/>
              <a:t>무역대행에</a:t>
            </a:r>
            <a:r>
              <a:rPr lang="ko-KR" altLang="en-US" sz="1100" dirty="0" smtClean="0"/>
              <a:t> 관련된 서비스 설명 내용이야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요거를 사진 밑에 그 내용 설명이 나오게끔 해줘</a:t>
            </a:r>
            <a:r>
              <a:rPr lang="en-US" altLang="ko-KR" sz="11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92446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6716" y="167054"/>
            <a:ext cx="3938954" cy="7631723"/>
          </a:xfrm>
        </p:spPr>
        <p:txBody>
          <a:bodyPr>
            <a:normAutofit/>
          </a:bodyPr>
          <a:lstStyle/>
          <a:p>
            <a:pPr algn="l"/>
            <a:r>
              <a:rPr lang="ko-KR" altLang="en-US" sz="900" b="1" dirty="0" smtClean="0"/>
              <a:t>🛍 商品代購（구매대행）</a:t>
            </a:r>
          </a:p>
          <a:p>
            <a:pPr algn="l"/>
            <a:r>
              <a:rPr lang="ko-KR" altLang="en-US" sz="900" dirty="0" smtClean="0"/>
              <a:t>專為無法自行在海外網站購買的客戶所設計的服務。</a:t>
            </a:r>
            <a:br>
              <a:rPr lang="ko-KR" altLang="en-US" sz="900" dirty="0" smtClean="0"/>
            </a:br>
            <a:r>
              <a:rPr lang="ko-KR" altLang="en-US" sz="900" dirty="0" smtClean="0"/>
              <a:t>無需註冊海外網站帳號，也不必擔心付款與語言問題。</a:t>
            </a:r>
          </a:p>
          <a:p>
            <a:pPr algn="l"/>
            <a:r>
              <a:rPr lang="ko-KR" altLang="en-US" sz="900" dirty="0" smtClean="0"/>
              <a:t>只需提供商品連結或圖片，</a:t>
            </a:r>
            <a:br>
              <a:rPr lang="ko-KR" altLang="en-US" sz="900" dirty="0" smtClean="0"/>
            </a:br>
            <a:r>
              <a:rPr lang="ko-KR" altLang="en-US" sz="900" dirty="0" smtClean="0"/>
              <a:t>我們將代為完成下單、付款、收貨、驗貨與國際配送等全部流程。</a:t>
            </a:r>
          </a:p>
          <a:p>
            <a:pPr algn="l"/>
            <a:r>
              <a:rPr lang="ko-KR" altLang="en-US" sz="900" dirty="0" smtClean="0"/>
              <a:t>從海外網站購買到寄送至台灣，</a:t>
            </a:r>
            <a:br>
              <a:rPr lang="ko-KR" altLang="en-US" sz="900" dirty="0" smtClean="0"/>
            </a:br>
            <a:r>
              <a:rPr lang="ko-KR" altLang="en-US" sz="900" dirty="0" smtClean="0"/>
              <a:t>一站式服務，輕鬆完成海外購物。</a:t>
            </a:r>
          </a:p>
          <a:p>
            <a:pPr algn="l"/>
            <a:r>
              <a:rPr lang="ko-KR" altLang="en-US" sz="900" dirty="0" smtClean="0"/>
              <a:t>韓國歐巴代購服務，讓海外購物更簡單、更安心。</a:t>
            </a:r>
          </a:p>
          <a:p>
            <a:pPr algn="l"/>
            <a:r>
              <a:rPr lang="ko-KR" altLang="en-US" sz="900" b="1" dirty="0" smtClean="0"/>
              <a:t>📦 集運服務（배송대행）</a:t>
            </a:r>
          </a:p>
          <a:p>
            <a:pPr algn="l"/>
            <a:r>
              <a:rPr lang="ko-KR" altLang="en-US" sz="900" dirty="0" smtClean="0"/>
              <a:t>即使您不居住在韓國，也能輕鬆購買所有韓國商品。</a:t>
            </a:r>
          </a:p>
          <a:p>
            <a:pPr algn="l"/>
            <a:r>
              <a:rPr lang="ko-KR" altLang="en-US" sz="900" dirty="0" smtClean="0"/>
              <a:t>您只需在韓國網站下單，</a:t>
            </a:r>
            <a:br>
              <a:rPr lang="ko-KR" altLang="en-US" sz="900" dirty="0" smtClean="0"/>
            </a:br>
            <a:r>
              <a:rPr lang="ko-KR" altLang="en-US" sz="900" dirty="0" smtClean="0"/>
              <a:t>將商品寄送至我們的韓國倉庫地址，</a:t>
            </a:r>
            <a:br>
              <a:rPr lang="ko-KR" altLang="en-US" sz="900" dirty="0" smtClean="0"/>
            </a:br>
            <a:r>
              <a:rPr lang="ko-KR" altLang="en-US" sz="900" dirty="0" smtClean="0"/>
              <a:t>我們將為您收貨、檢查並安排國際配送至台灣。</a:t>
            </a:r>
          </a:p>
          <a:p>
            <a:pPr algn="l"/>
            <a:r>
              <a:rPr lang="ko-KR" altLang="en-US" sz="900" dirty="0" smtClean="0"/>
              <a:t>適合熟悉韓國購物流程的客戶，</a:t>
            </a:r>
            <a:br>
              <a:rPr lang="ko-KR" altLang="en-US" sz="900" dirty="0" smtClean="0"/>
            </a:br>
            <a:r>
              <a:rPr lang="ko-KR" altLang="en-US" sz="900" dirty="0" smtClean="0"/>
              <a:t>提供快速、安全的轉運服務。</a:t>
            </a:r>
          </a:p>
          <a:p>
            <a:pPr algn="l"/>
            <a:r>
              <a:rPr lang="ko-KR" altLang="en-US" sz="900" b="1" dirty="0" smtClean="0"/>
              <a:t>🚚 現地提貨（픽업대행）</a:t>
            </a:r>
          </a:p>
          <a:p>
            <a:pPr algn="l"/>
            <a:r>
              <a:rPr lang="ko-KR" altLang="en-US" sz="900" dirty="0" smtClean="0"/>
              <a:t>當您已在韓國完成訂購，</a:t>
            </a:r>
            <a:br>
              <a:rPr lang="ko-KR" altLang="en-US" sz="900" dirty="0" smtClean="0"/>
            </a:br>
            <a:r>
              <a:rPr lang="ko-KR" altLang="en-US" sz="900" dirty="0" smtClean="0"/>
              <a:t>但賣家無法提供國際配送時，</a:t>
            </a:r>
          </a:p>
          <a:p>
            <a:pPr algn="l"/>
            <a:r>
              <a:rPr lang="ko-KR" altLang="en-US" sz="900" dirty="0" smtClean="0"/>
              <a:t>我們可代為前往指定地點提貨，</a:t>
            </a:r>
            <a:br>
              <a:rPr lang="ko-KR" altLang="en-US" sz="900" dirty="0" smtClean="0"/>
            </a:br>
            <a:r>
              <a:rPr lang="ko-KR" altLang="en-US" sz="900" dirty="0" smtClean="0"/>
              <a:t>並安排國際運送至台灣地址。</a:t>
            </a:r>
          </a:p>
          <a:p>
            <a:pPr algn="l"/>
            <a:r>
              <a:rPr lang="ko-KR" altLang="en-US" sz="900" dirty="0" smtClean="0"/>
              <a:t>特別適用於韓國市場、實體店面或批發商品提貨需求。</a:t>
            </a:r>
          </a:p>
          <a:p>
            <a:pPr algn="l"/>
            <a:r>
              <a:rPr lang="ko-KR" altLang="en-US" sz="900" dirty="0" smtClean="0"/>
              <a:t>🏢 批發專區（무역대행）</a:t>
            </a:r>
            <a:endParaRPr lang="en-US" altLang="ko-KR" sz="900" dirty="0" smtClean="0"/>
          </a:p>
          <a:p>
            <a:pPr algn="l"/>
            <a:r>
              <a:rPr lang="ko-KR" altLang="en-US" sz="900" dirty="0" smtClean="0"/>
              <a:t>針對大量採購、批發或商業用途客戶所設立的專區。</a:t>
            </a:r>
          </a:p>
          <a:p>
            <a:pPr algn="l"/>
            <a:r>
              <a:rPr lang="ko-KR" altLang="en-US" sz="900" dirty="0" smtClean="0"/>
              <a:t>我們提供：</a:t>
            </a:r>
          </a:p>
          <a:p>
            <a:pPr algn="l"/>
            <a:r>
              <a:rPr lang="ko-KR" altLang="en-US" sz="900" dirty="0" smtClean="0"/>
              <a:t>東大門 </a:t>
            </a:r>
            <a:r>
              <a:rPr lang="en-US" altLang="ko-KR" sz="900" dirty="0" smtClean="0"/>
              <a:t>/ </a:t>
            </a:r>
            <a:r>
              <a:rPr lang="ko-KR" altLang="en-US" sz="900" dirty="0" smtClean="0"/>
              <a:t>南大門市場採購</a:t>
            </a:r>
          </a:p>
          <a:p>
            <a:pPr algn="l"/>
            <a:r>
              <a:rPr lang="ko-KR" altLang="en-US" sz="900" dirty="0" smtClean="0"/>
              <a:t>韓國商品批發代行</a:t>
            </a:r>
          </a:p>
          <a:p>
            <a:pPr algn="l"/>
            <a:r>
              <a:rPr lang="ko-KR" altLang="en-US" sz="900" dirty="0" smtClean="0"/>
              <a:t>大量訂單議價協助</a:t>
            </a:r>
          </a:p>
          <a:p>
            <a:pPr algn="l"/>
            <a:r>
              <a:rPr lang="ko-KR" altLang="en-US" sz="900" dirty="0" smtClean="0"/>
              <a:t>驗貨拍照確認</a:t>
            </a:r>
          </a:p>
          <a:p>
            <a:pPr algn="l"/>
            <a:r>
              <a:rPr lang="ko-KR" altLang="en-US" sz="900" dirty="0" smtClean="0"/>
              <a:t>出口報關與國際運輸</a:t>
            </a:r>
          </a:p>
          <a:p>
            <a:pPr algn="l"/>
            <a:r>
              <a:rPr lang="ko-KR" altLang="en-US" sz="900" dirty="0" smtClean="0"/>
              <a:t>協助台灣賣家與企業客戶</a:t>
            </a:r>
            <a:br>
              <a:rPr lang="ko-KR" altLang="en-US" sz="900" dirty="0" smtClean="0"/>
            </a:br>
            <a:r>
              <a:rPr lang="ko-KR" altLang="en-US" sz="900" dirty="0" smtClean="0"/>
              <a:t>從韓國採購至台灣銷售的一站式貿易支援服務。</a:t>
            </a:r>
            <a:endParaRPr lang="en-US" altLang="ko-KR" sz="900" dirty="0" smtClean="0"/>
          </a:p>
          <a:p>
            <a:pPr algn="l"/>
            <a:endParaRPr lang="en-US" altLang="ko-KR" sz="900" dirty="0"/>
          </a:p>
          <a:p>
            <a:pPr algn="l"/>
            <a:endParaRPr lang="ko-KR" altLang="en-US" sz="900" dirty="0" smtClean="0"/>
          </a:p>
          <a:p>
            <a:pPr algn="l"/>
            <a:endParaRPr lang="en-US" altLang="ko-KR" sz="900" dirty="0" smtClean="0"/>
          </a:p>
          <a:p>
            <a:pPr algn="l"/>
            <a:endParaRPr lang="en-US" altLang="ko-KR" sz="900" dirty="0" smtClean="0"/>
          </a:p>
        </p:txBody>
      </p:sp>
      <p:sp>
        <p:nvSpPr>
          <p:cNvPr id="5" name="부제목 2"/>
          <p:cNvSpPr txBox="1">
            <a:spLocks/>
          </p:cNvSpPr>
          <p:nvPr/>
        </p:nvSpPr>
        <p:spPr>
          <a:xfrm>
            <a:off x="6778870" y="167054"/>
            <a:ext cx="3938954" cy="763172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900" dirty="0" smtClean="0"/>
              <a:t>수정사항</a:t>
            </a:r>
            <a:r>
              <a:rPr lang="en-US" altLang="ko-KR" sz="900" dirty="0" smtClean="0"/>
              <a:t>.</a:t>
            </a:r>
            <a:endParaRPr lang="en-US" altLang="zh-TW" sz="900" dirty="0"/>
          </a:p>
          <a:p>
            <a:pPr algn="l"/>
            <a:r>
              <a:rPr lang="en-US" altLang="zh-TW" sz="900" dirty="0" smtClean="0"/>
              <a:t>(1) index </a:t>
            </a:r>
            <a:r>
              <a:rPr lang="ko-KR" altLang="en-US" sz="900" dirty="0" smtClean="0"/>
              <a:t>페이지 부분</a:t>
            </a:r>
            <a:endParaRPr lang="en-US" altLang="ko-KR" sz="900" dirty="0" smtClean="0"/>
          </a:p>
          <a:p>
            <a:pPr algn="l"/>
            <a:r>
              <a:rPr lang="en-US" altLang="zh-TW" sz="900" dirty="0" smtClean="0"/>
              <a:t>1.</a:t>
            </a:r>
            <a:r>
              <a:rPr lang="ko-KR" altLang="en-US" sz="900" dirty="0" smtClean="0"/>
              <a:t> 우리 강점 왜 우리 서비스를 </a:t>
            </a:r>
            <a:r>
              <a:rPr lang="ko-KR" altLang="en-US" sz="900" dirty="0" err="1" smtClean="0"/>
              <a:t>이용해야지</a:t>
            </a:r>
            <a:r>
              <a:rPr lang="ko-KR" altLang="en-US" sz="900" dirty="0" smtClean="0"/>
              <a:t> </a:t>
            </a:r>
            <a:r>
              <a:rPr lang="ko-KR" altLang="en-US" sz="900" dirty="0" err="1" smtClean="0"/>
              <a:t>되는가하는</a:t>
            </a:r>
            <a:r>
              <a:rPr lang="ko-KR" altLang="en-US" sz="900" dirty="0" smtClean="0"/>
              <a:t> 부분에 중점을 맞춰서 써주면 될 것 같아</a:t>
            </a:r>
            <a:r>
              <a:rPr lang="en-US" altLang="ko-KR" sz="900" dirty="0" smtClean="0"/>
              <a:t>.</a:t>
            </a:r>
            <a:endParaRPr lang="en-US" altLang="zh-TW" sz="900" dirty="0"/>
          </a:p>
          <a:p>
            <a:pPr algn="l"/>
            <a:r>
              <a:rPr lang="zh-TW" altLang="en-US" sz="900" dirty="0" smtClean="0"/>
              <a:t>想購買韓國商品卻不知道該如何下單？</a:t>
            </a:r>
            <a:endParaRPr lang="en-US" altLang="zh-TW" sz="900" dirty="0" smtClean="0"/>
          </a:p>
          <a:p>
            <a:pPr algn="l"/>
            <a:r>
              <a:rPr lang="zh-TW" altLang="en-US" sz="900" dirty="0" smtClean="0"/>
              <a:t>語言不通、付款困難、無法寄送海外，是否讓您感到不便？</a:t>
            </a:r>
            <a:endParaRPr lang="en-US" altLang="ko-KR" sz="900" dirty="0" smtClean="0"/>
          </a:p>
          <a:p>
            <a:pPr algn="l"/>
            <a:r>
              <a:rPr lang="zh-TW" altLang="en-US" sz="900" dirty="0" smtClean="0"/>
              <a:t>無論是韓國服飾、偶像周邊、玩具、美妝或各類品牌商品，我們都能協助代購與配送。憑藉韓國當地經驗與市場網絡，提供代購、驗貨拍照與國際運送服務，讓您跨越距離與語言限制，安心完成每一次購物。</a:t>
            </a:r>
            <a:endParaRPr lang="en-US" altLang="ko-KR" sz="900" dirty="0"/>
          </a:p>
          <a:p>
            <a:pPr algn="l"/>
            <a:r>
              <a:rPr lang="zh-TW" altLang="en-US" sz="900" b="1" dirty="0" smtClean="0"/>
              <a:t>✔ 我們的優勢 </a:t>
            </a:r>
            <a:r>
              <a:rPr lang="en-US" altLang="zh-TW" sz="900" dirty="0" smtClean="0"/>
              <a:t>(</a:t>
            </a:r>
            <a:r>
              <a:rPr lang="ko-KR" altLang="en-US" sz="900" dirty="0" smtClean="0"/>
              <a:t>시각적으로 도울 수 있는</a:t>
            </a:r>
            <a:r>
              <a:rPr lang="en-US" altLang="ko-KR" sz="900" dirty="0"/>
              <a:t> </a:t>
            </a:r>
            <a:r>
              <a:rPr lang="ko-KR" altLang="en-US" sz="900" dirty="0" smtClean="0"/>
              <a:t>사진 </a:t>
            </a:r>
            <a:r>
              <a:rPr lang="en-US" altLang="ko-KR" sz="900" dirty="0" smtClean="0"/>
              <a:t>/ </a:t>
            </a:r>
            <a:r>
              <a:rPr lang="ko-KR" altLang="en-US" sz="900" dirty="0" smtClean="0"/>
              <a:t>이미지 추가</a:t>
            </a:r>
            <a:r>
              <a:rPr lang="en-US" altLang="ko-KR" sz="900" dirty="0" smtClean="0"/>
              <a:t>)</a:t>
            </a:r>
          </a:p>
          <a:p>
            <a:pPr algn="l"/>
            <a:r>
              <a:rPr lang="en-US" altLang="zh-TW" sz="900" dirty="0" smtClean="0"/>
              <a:t>• </a:t>
            </a:r>
            <a:r>
              <a:rPr lang="zh-TW" altLang="en-US" sz="900" dirty="0" smtClean="0"/>
              <a:t>韓國現地團隊支援</a:t>
            </a:r>
            <a:br>
              <a:rPr lang="zh-TW" altLang="en-US" sz="900" dirty="0" smtClean="0"/>
            </a:br>
            <a:r>
              <a:rPr lang="en-US" altLang="zh-TW" sz="900" dirty="0" smtClean="0"/>
              <a:t>• </a:t>
            </a:r>
            <a:r>
              <a:rPr lang="zh-TW" altLang="en-US" sz="900" dirty="0" smtClean="0"/>
              <a:t>熟悉東大門與市場採購流程</a:t>
            </a:r>
            <a:br>
              <a:rPr lang="zh-TW" altLang="en-US" sz="900" dirty="0" smtClean="0"/>
            </a:br>
            <a:r>
              <a:rPr lang="en-US" altLang="zh-TW" sz="900" dirty="0" smtClean="0"/>
              <a:t>• </a:t>
            </a:r>
            <a:r>
              <a:rPr lang="zh-TW" altLang="en-US" sz="900" dirty="0" smtClean="0"/>
              <a:t>驗貨拍照確認更安心</a:t>
            </a:r>
            <a:br>
              <a:rPr lang="zh-TW" altLang="en-US" sz="900" dirty="0" smtClean="0"/>
            </a:br>
            <a:r>
              <a:rPr lang="en-US" altLang="zh-TW" sz="900" dirty="0" smtClean="0"/>
              <a:t>• </a:t>
            </a:r>
            <a:r>
              <a:rPr lang="zh-TW" altLang="en-US" sz="900" dirty="0" smtClean="0"/>
              <a:t>支援個人與商家長期合作</a:t>
            </a:r>
          </a:p>
          <a:p>
            <a:pPr algn="l"/>
            <a:endParaRPr lang="en-US" altLang="ko-KR" sz="900" dirty="0" smtClean="0"/>
          </a:p>
          <a:p>
            <a:pPr algn="l"/>
            <a:r>
              <a:rPr lang="en-US" altLang="ko-KR" sz="900" dirty="0" smtClean="0"/>
              <a:t>2. </a:t>
            </a:r>
            <a:r>
              <a:rPr lang="ko-KR" altLang="en-US" sz="900" dirty="0" smtClean="0"/>
              <a:t>사업 영역 부문 표시</a:t>
            </a:r>
            <a:r>
              <a:rPr lang="en-US" altLang="ko-KR" sz="900" dirty="0" smtClean="0"/>
              <a:t>. </a:t>
            </a:r>
            <a:endParaRPr lang="en-US" altLang="ko-KR" sz="900" dirty="0"/>
          </a:p>
          <a:p>
            <a:pPr algn="l"/>
            <a:r>
              <a:rPr lang="ko-KR" altLang="en-US" sz="900" dirty="0" smtClean="0"/>
              <a:t>여기는 우리 사업 영역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네 가지 사업 영역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구매대행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배송대행</a:t>
            </a:r>
            <a:r>
              <a:rPr lang="en-US" altLang="ko-KR" sz="900" dirty="0" smtClean="0"/>
              <a:t>, </a:t>
            </a:r>
            <a:r>
              <a:rPr lang="ko-KR" altLang="en-US" sz="900" dirty="0" err="1" smtClean="0"/>
              <a:t>픽업대행</a:t>
            </a:r>
            <a:r>
              <a:rPr lang="en-US" altLang="ko-KR" sz="900" dirty="0" smtClean="0"/>
              <a:t>, </a:t>
            </a:r>
            <a:r>
              <a:rPr lang="ko-KR" altLang="en-US" sz="900" dirty="0" err="1" smtClean="0"/>
              <a:t>무역대행</a:t>
            </a:r>
            <a:r>
              <a:rPr lang="ko-KR" altLang="en-US" sz="900" dirty="0" smtClean="0"/>
              <a:t> 부분들을 간단하게 설명하는 거야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이미지랑 같이 넣어서</a:t>
            </a:r>
            <a:r>
              <a:rPr lang="en-US" altLang="ko-KR" sz="900" dirty="0" smtClean="0"/>
              <a:t>. </a:t>
            </a:r>
          </a:p>
          <a:p>
            <a:pPr algn="l"/>
            <a:r>
              <a:rPr lang="en-US" altLang="ko-KR" sz="900" dirty="0" smtClean="0"/>
              <a:t>(</a:t>
            </a:r>
            <a:r>
              <a:rPr lang="ko-KR" altLang="en-US" sz="900" dirty="0" smtClean="0"/>
              <a:t>첨부된 </a:t>
            </a:r>
            <a:r>
              <a:rPr lang="ko-KR" altLang="en-US" sz="900" dirty="0" err="1" smtClean="0"/>
              <a:t>형상무역</a:t>
            </a:r>
            <a:r>
              <a:rPr lang="ko-KR" altLang="en-US" sz="900" dirty="0" smtClean="0"/>
              <a:t> 홈페이지 사이트</a:t>
            </a:r>
            <a:r>
              <a:rPr lang="en-US" altLang="ko-KR" sz="900" dirty="0" smtClean="0"/>
              <a:t>(http://www.hyungsungtrade.com)</a:t>
            </a:r>
            <a:r>
              <a:rPr lang="ko-KR" altLang="en-US" sz="900" dirty="0" smtClean="0"/>
              <a:t> 인덱스 페이지의 사업 영역 부분을 참고하면 될 것 같아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이런 형태로 만들어주면 될 것 같아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그 밑에 </a:t>
            </a:r>
            <a:r>
              <a:rPr lang="en-US" altLang="ko-KR" sz="900" dirty="0" smtClean="0"/>
              <a:t>'</a:t>
            </a:r>
            <a:r>
              <a:rPr lang="ko-KR" altLang="en-US" sz="900" dirty="0" smtClean="0"/>
              <a:t>자세히 보기</a:t>
            </a:r>
            <a:r>
              <a:rPr lang="en-US" altLang="ko-KR" sz="900" dirty="0" smtClean="0"/>
              <a:t>'</a:t>
            </a:r>
            <a:r>
              <a:rPr lang="ko-KR" altLang="en-US" sz="900" dirty="0" smtClean="0"/>
              <a:t>란을 만들어서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클릭하면 해당되는 메뉴로 이동하게 하면 되겠지</a:t>
            </a:r>
            <a:r>
              <a:rPr lang="en-US" altLang="ko-KR" sz="900" dirty="0" smtClean="0"/>
              <a:t>.)</a:t>
            </a:r>
          </a:p>
          <a:p>
            <a:pPr algn="l"/>
            <a:endParaRPr lang="en-US" altLang="ko-KR" sz="900" dirty="0"/>
          </a:p>
          <a:p>
            <a:pPr algn="l"/>
            <a:r>
              <a:rPr lang="en-US" altLang="ko-KR" sz="900" dirty="0" smtClean="0"/>
              <a:t>3. </a:t>
            </a:r>
            <a:r>
              <a:rPr lang="ko-KR" altLang="en-US" sz="900" dirty="0" smtClean="0"/>
              <a:t>도움이 될 만한 사이트 표시</a:t>
            </a:r>
            <a:r>
              <a:rPr lang="en-US" altLang="ko-KR" sz="900" dirty="0" smtClean="0"/>
              <a:t>.</a:t>
            </a:r>
          </a:p>
          <a:p>
            <a:pPr algn="l"/>
            <a:r>
              <a:rPr lang="ko-KR" altLang="en-US" sz="900" dirty="0" err="1" smtClean="0"/>
              <a:t>형성무역</a:t>
            </a:r>
            <a:r>
              <a:rPr lang="ko-KR" altLang="en-US" sz="900" dirty="0" smtClean="0"/>
              <a:t> 홈페이지 하단을 참고하면 </a:t>
            </a:r>
            <a:r>
              <a:rPr lang="ko-KR" altLang="en-US" sz="900" dirty="0" err="1" smtClean="0"/>
              <a:t>유니패스나</a:t>
            </a:r>
            <a:r>
              <a:rPr lang="ko-KR" altLang="en-US" sz="900" dirty="0" smtClean="0"/>
              <a:t> 국립전파연구원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식품연구원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같은 무역 관련 기관들이 있거든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대만에서도 환율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대만 관세청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대만 </a:t>
            </a:r>
            <a:r>
              <a:rPr lang="ko-KR" altLang="en-US" sz="900" dirty="0" err="1" smtClean="0"/>
              <a:t>대만</a:t>
            </a:r>
            <a:r>
              <a:rPr lang="ko-KR" altLang="en-US" sz="900" dirty="0" smtClean="0"/>
              <a:t> 무역 관세율 같은 거 볼 수 있는 그런 것들</a:t>
            </a:r>
            <a:r>
              <a:rPr lang="en-US" altLang="ko-KR" sz="900" dirty="0" smtClean="0"/>
              <a:t>,</a:t>
            </a:r>
            <a:r>
              <a:rPr lang="ko-KR" altLang="en-US" sz="900" dirty="0" smtClean="0"/>
              <a:t> 기관들이 있을 거야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그런 것들을 찾아서 해당 사이트들을 넣을 수 있게 칸을 그런 식으로 </a:t>
            </a:r>
            <a:r>
              <a:rPr lang="ko-KR" altLang="en-US" sz="900" dirty="0" err="1" smtClean="0"/>
              <a:t>만들어줄래</a:t>
            </a:r>
            <a:r>
              <a:rPr lang="en-US" altLang="ko-KR" sz="900" dirty="0" smtClean="0"/>
              <a:t>? </a:t>
            </a:r>
            <a:r>
              <a:rPr lang="ko-KR" altLang="en-US" sz="900" dirty="0" smtClean="0"/>
              <a:t>방식은 형성무역에서 하는 것처럼 각 기관에 대해서 네모 박스로 만들고 옆으로 이렇게 반복해서 흐르도록 이런 식으로</a:t>
            </a:r>
            <a:r>
              <a:rPr lang="en-US" altLang="ko-KR" sz="900" dirty="0"/>
              <a:t> </a:t>
            </a:r>
            <a:r>
              <a:rPr lang="ko-KR" altLang="en-US" sz="900" dirty="0" smtClean="0"/>
              <a:t>깔끔하게 만들어보자</a:t>
            </a:r>
            <a:r>
              <a:rPr lang="en-US" altLang="ko-KR" sz="900" dirty="0" smtClean="0"/>
              <a:t>.</a:t>
            </a:r>
          </a:p>
          <a:p>
            <a:pPr algn="l"/>
            <a:endParaRPr lang="en-US" altLang="ko-KR" sz="900" dirty="0"/>
          </a:p>
          <a:p>
            <a:pPr algn="l"/>
            <a:r>
              <a:rPr lang="en-US" altLang="ko-KR" sz="900" dirty="0" smtClean="0"/>
              <a:t>(2) </a:t>
            </a:r>
            <a:r>
              <a:rPr lang="ko-KR" altLang="en-US" sz="900" dirty="0" smtClean="0"/>
              <a:t>메뉴 부분 공통</a:t>
            </a:r>
            <a:r>
              <a:rPr lang="en-US" altLang="ko-KR" sz="900" dirty="0" smtClean="0"/>
              <a:t>.</a:t>
            </a:r>
          </a:p>
          <a:p>
            <a:pPr algn="l"/>
            <a:r>
              <a:rPr lang="en-US" altLang="ko-KR" sz="900" dirty="0" smtClean="0"/>
              <a:t>1.</a:t>
            </a:r>
            <a:r>
              <a:rPr lang="ko-KR" altLang="en-US" sz="900" dirty="0" smtClean="0"/>
              <a:t>메뉴 맨 하단에 있는 자주 묻는 질문은 모두 다 빼주고 자주 묻는 질문은 게시판 메뉴에만 들어가게끔 할게</a:t>
            </a:r>
            <a:r>
              <a:rPr lang="en-US" altLang="ko-KR" sz="900" dirty="0" smtClean="0"/>
              <a:t>.</a:t>
            </a:r>
          </a:p>
          <a:p>
            <a:pPr algn="l"/>
            <a:r>
              <a:rPr lang="en-US" altLang="ko-KR" sz="900" dirty="0" smtClean="0"/>
              <a:t>2.</a:t>
            </a:r>
            <a:r>
              <a:rPr lang="ko-KR" altLang="en-US" sz="900" dirty="0" smtClean="0"/>
              <a:t> 게시판에 고객 후기들도 제거해줘</a:t>
            </a:r>
            <a:endParaRPr lang="en-US" altLang="ko-KR" sz="900" dirty="0" smtClean="0"/>
          </a:p>
          <a:p>
            <a:pPr algn="l"/>
            <a:r>
              <a:rPr lang="en-US" altLang="ko-KR" sz="900" dirty="0" smtClean="0"/>
              <a:t>3. </a:t>
            </a:r>
            <a:r>
              <a:rPr lang="ko-KR" altLang="en-US" sz="900" dirty="0" smtClean="0"/>
              <a:t>주요 서비스 네 가지 메뉴를 </a:t>
            </a:r>
            <a:r>
              <a:rPr lang="ko-KR" altLang="en-US" sz="900" dirty="0" err="1" smtClean="0"/>
              <a:t>들어갔었을</a:t>
            </a:r>
            <a:r>
              <a:rPr lang="ko-KR" altLang="en-US" sz="900" dirty="0" smtClean="0"/>
              <a:t> 때 </a:t>
            </a:r>
            <a:r>
              <a:rPr lang="ko-KR" altLang="en-US" sz="900" dirty="0" err="1" smtClean="0"/>
              <a:t>비주얼한</a:t>
            </a:r>
            <a:r>
              <a:rPr lang="ko-KR" altLang="en-US" sz="900" dirty="0" smtClean="0"/>
              <a:t> 이미지 부분이나 사진 부분이 좀 추가됐으면 좋겠거든</a:t>
            </a:r>
            <a:r>
              <a:rPr lang="en-US" altLang="ko-KR" sz="900" dirty="0" smtClean="0"/>
              <a:t>?</a:t>
            </a:r>
            <a:r>
              <a:rPr lang="ko-KR" altLang="en-US" sz="900" dirty="0" smtClean="0"/>
              <a:t> 너무 글만 있으니까 너무 책 같은 느낌이 들어서 사진 이미지를 하나씩 더 추가해줬으면 좋겠는데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그 부분을 만들어서 너무 그렇게 크진 않게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각 서비스 설명 밑에 사진이나 이미지가 들어가면 될 거 같아</a:t>
            </a:r>
            <a:r>
              <a:rPr lang="en-US" altLang="ko-KR" sz="900" dirty="0" smtClean="0"/>
              <a:t>. (</a:t>
            </a:r>
            <a:r>
              <a:rPr lang="ko-KR" altLang="en-US" sz="900" dirty="0" smtClean="0"/>
              <a:t>형성 무역 폐지 참고하면 될 것 같아</a:t>
            </a:r>
            <a:r>
              <a:rPr lang="en-US" altLang="ko-KR" sz="900" dirty="0" smtClean="0"/>
              <a:t>.)</a:t>
            </a:r>
          </a:p>
          <a:p>
            <a:pPr algn="l"/>
            <a:endParaRPr lang="en-US" altLang="ko-KR" sz="900" dirty="0"/>
          </a:p>
          <a:p>
            <a:pPr algn="l"/>
            <a:r>
              <a:rPr lang="en-US" altLang="ko-KR" sz="900" dirty="0" smtClean="0"/>
              <a:t>(3) </a:t>
            </a:r>
            <a:r>
              <a:rPr lang="ko-KR" altLang="en-US" sz="900" dirty="0" smtClean="0"/>
              <a:t>배송 조회 메뉴 부분</a:t>
            </a:r>
            <a:endParaRPr lang="en-US" altLang="ko-KR" sz="900" dirty="0" smtClean="0"/>
          </a:p>
          <a:p>
            <a:pPr algn="l"/>
            <a:r>
              <a:rPr lang="ko-KR" altLang="en-US" sz="900" dirty="0" smtClean="0"/>
              <a:t>대만 쪽 구매대행이니 대만 현지 </a:t>
            </a:r>
            <a:r>
              <a:rPr lang="ko-KR" altLang="en-US" sz="900" dirty="0" err="1" smtClean="0"/>
              <a:t>택배사들을</a:t>
            </a:r>
            <a:r>
              <a:rPr lang="ko-KR" altLang="en-US" sz="900" dirty="0" smtClean="0"/>
              <a:t> 확인해 봐</a:t>
            </a:r>
            <a:r>
              <a:rPr lang="en-US" altLang="ko-KR" sz="900" dirty="0" smtClean="0"/>
              <a:t>.- </a:t>
            </a:r>
            <a:r>
              <a:rPr lang="ko-KR" altLang="en-US" sz="900" dirty="0" err="1" smtClean="0"/>
              <a:t>세븐일레븐</a:t>
            </a:r>
            <a:r>
              <a:rPr lang="ko-KR" altLang="en-US" sz="900" dirty="0" smtClean="0"/>
              <a:t> 등 편의점 택배</a:t>
            </a:r>
            <a:r>
              <a:rPr lang="en-US" altLang="ko-KR" sz="900" dirty="0" smtClean="0"/>
              <a:t>- </a:t>
            </a:r>
            <a:r>
              <a:rPr lang="ko-KR" altLang="en-US" sz="900" dirty="0" smtClean="0"/>
              <a:t>우체국</a:t>
            </a:r>
            <a:r>
              <a:rPr lang="en-US" altLang="ko-KR" sz="900" dirty="0" smtClean="0"/>
              <a:t>- </a:t>
            </a:r>
            <a:r>
              <a:rPr lang="ko-KR" altLang="en-US" sz="900" dirty="0" smtClean="0"/>
              <a:t>그 외 기타 택배 서비스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실질적으로 </a:t>
            </a:r>
            <a:r>
              <a:rPr lang="ko-KR" altLang="en-US" sz="900" dirty="0" err="1" smtClean="0"/>
              <a:t>택배사</a:t>
            </a:r>
            <a:r>
              <a:rPr lang="ko-KR" altLang="en-US" sz="900" dirty="0" smtClean="0"/>
              <a:t> 하나 찾아서 택배 번호를 집어넣으면 그쪽 </a:t>
            </a:r>
            <a:r>
              <a:rPr lang="ko-KR" altLang="en-US" sz="900" dirty="0" err="1" smtClean="0"/>
              <a:t>트래킹이</a:t>
            </a:r>
            <a:r>
              <a:rPr lang="ko-KR" altLang="en-US" sz="900" dirty="0" smtClean="0"/>
              <a:t> 되는 것까지 연결하면 시킬 수 있겠냐</a:t>
            </a:r>
            <a:r>
              <a:rPr lang="en-US" altLang="ko-KR" sz="900" dirty="0" smtClean="0"/>
              <a:t>?</a:t>
            </a:r>
          </a:p>
          <a:p>
            <a:pPr algn="l"/>
            <a:r>
              <a:rPr lang="ko-KR" altLang="en-US" sz="900" b="1" dirty="0" smtClean="0"/>
              <a:t>🇹🇼 대만 주요 </a:t>
            </a:r>
            <a:r>
              <a:rPr lang="ko-KR" altLang="en-US" sz="900" b="1" dirty="0" err="1" smtClean="0"/>
              <a:t>택배사</a:t>
            </a:r>
            <a:endParaRPr lang="ko-KR" altLang="en-US" sz="900" b="1" dirty="0" smtClean="0"/>
          </a:p>
          <a:p>
            <a:pPr algn="l"/>
            <a:r>
              <a:rPr lang="ko-KR" altLang="en-US" sz="900" dirty="0" smtClean="0"/>
              <a:t>中華郵政 </a:t>
            </a:r>
            <a:r>
              <a:rPr lang="en-US" altLang="ko-KR" sz="900" dirty="0" smtClean="0"/>
              <a:t>(</a:t>
            </a:r>
            <a:r>
              <a:rPr lang="ko-KR" altLang="en-US" sz="900" dirty="0" smtClean="0"/>
              <a:t>우체국</a:t>
            </a:r>
            <a:r>
              <a:rPr lang="en-US" altLang="ko-KR" sz="900" dirty="0" smtClean="0"/>
              <a:t>)</a:t>
            </a:r>
          </a:p>
          <a:p>
            <a:pPr algn="l"/>
            <a:r>
              <a:rPr lang="ko-KR" altLang="en-US" sz="900" dirty="0" smtClean="0"/>
              <a:t>黑貓宅急便 </a:t>
            </a:r>
            <a:r>
              <a:rPr lang="en-US" altLang="ko-KR" sz="900" dirty="0" smtClean="0"/>
              <a:t>(Yamato)</a:t>
            </a:r>
          </a:p>
          <a:p>
            <a:pPr algn="l"/>
            <a:r>
              <a:rPr lang="ko-KR" altLang="en-US" sz="900" dirty="0" smtClean="0"/>
              <a:t>新竹物流</a:t>
            </a:r>
          </a:p>
          <a:p>
            <a:pPr algn="l"/>
            <a:r>
              <a:rPr lang="ko-KR" altLang="en-US" sz="900" dirty="0" smtClean="0"/>
              <a:t>嘉里大榮</a:t>
            </a:r>
            <a:endParaRPr lang="en-US" altLang="ko-KR" sz="900" dirty="0" smtClean="0"/>
          </a:p>
          <a:p>
            <a:pPr algn="l"/>
            <a:r>
              <a:rPr lang="ko-KR" altLang="en-US" sz="900" dirty="0"/>
              <a:t>위에 운송장 번호 </a:t>
            </a:r>
            <a:r>
              <a:rPr lang="ko-KR" altLang="en-US" sz="900" dirty="0" err="1"/>
              <a:t>입력칸을</a:t>
            </a:r>
            <a:r>
              <a:rPr lang="ko-KR" altLang="en-US" sz="900" dirty="0"/>
              <a:t> 두고</a:t>
            </a:r>
          </a:p>
          <a:p>
            <a:pPr algn="l"/>
            <a:r>
              <a:rPr lang="ko-KR" altLang="en-US" sz="900" dirty="0"/>
              <a:t>아래에 </a:t>
            </a:r>
            <a:r>
              <a:rPr lang="ko-KR" altLang="en-US" sz="900" dirty="0" err="1"/>
              <a:t>택배사</a:t>
            </a:r>
            <a:r>
              <a:rPr lang="ko-KR" altLang="en-US" sz="900" dirty="0"/>
              <a:t> 버튼</a:t>
            </a:r>
            <a:r>
              <a:rPr lang="en-US" altLang="ko-KR" sz="900" dirty="0"/>
              <a:t>(</a:t>
            </a:r>
            <a:r>
              <a:rPr lang="ko-KR" altLang="en-US" sz="900" dirty="0" err="1"/>
              <a:t>한국우정</a:t>
            </a:r>
            <a:r>
              <a:rPr lang="en-US" altLang="ko-KR" sz="900" dirty="0"/>
              <a:t>/EMS/DHL/FedEx + </a:t>
            </a:r>
            <a:r>
              <a:rPr lang="ko-KR" altLang="en-US" sz="900" dirty="0"/>
              <a:t>대만 택배</a:t>
            </a:r>
            <a:r>
              <a:rPr lang="en-US" altLang="ko-KR" sz="900" dirty="0"/>
              <a:t>)</a:t>
            </a:r>
            <a:r>
              <a:rPr lang="ko-KR" altLang="en-US" sz="900" dirty="0"/>
              <a:t>을 둠</a:t>
            </a:r>
          </a:p>
          <a:p>
            <a:pPr algn="l"/>
            <a:r>
              <a:rPr lang="ko-KR" altLang="en-US" sz="900" dirty="0"/>
              <a:t>고객은</a:t>
            </a:r>
            <a:r>
              <a:rPr lang="en-US" altLang="ko-KR" sz="900" dirty="0"/>
              <a:t>:</a:t>
            </a:r>
          </a:p>
          <a:p>
            <a:pPr marL="0" lvl="1" algn="l">
              <a:spcBef>
                <a:spcPts val="1000"/>
              </a:spcBef>
            </a:pPr>
            <a:r>
              <a:rPr lang="ko-KR" altLang="en-US" sz="900" dirty="0"/>
              <a:t>번호를 입력하고 → </a:t>
            </a:r>
            <a:r>
              <a:rPr lang="ko-KR" altLang="en-US" sz="900" dirty="0" err="1"/>
              <a:t>택배사</a:t>
            </a:r>
            <a:r>
              <a:rPr lang="ko-KR" altLang="en-US" sz="900" dirty="0"/>
              <a:t> 버튼을 누르면 → 새 탭에서 바로 조회</a:t>
            </a:r>
          </a:p>
          <a:p>
            <a:pPr marL="0" lvl="1" algn="l">
              <a:spcBef>
                <a:spcPts val="1000"/>
              </a:spcBef>
            </a:pPr>
            <a:r>
              <a:rPr lang="en-US" altLang="ko-KR" sz="900" dirty="0"/>
              <a:t>(</a:t>
            </a:r>
            <a:r>
              <a:rPr lang="ko-KR" altLang="en-US" sz="900" dirty="0"/>
              <a:t>번호를 모르면</a:t>
            </a:r>
            <a:r>
              <a:rPr lang="en-US" altLang="ko-KR" sz="900" dirty="0"/>
              <a:t>) </a:t>
            </a:r>
            <a:r>
              <a:rPr lang="ko-KR" altLang="en-US" sz="900" dirty="0"/>
              <a:t>버튼만 눌러서 </a:t>
            </a:r>
            <a:r>
              <a:rPr lang="ko-KR" altLang="en-US" sz="900" dirty="0" err="1"/>
              <a:t>택배사</a:t>
            </a:r>
            <a:r>
              <a:rPr lang="ko-KR" altLang="en-US" sz="900" dirty="0"/>
              <a:t> 페이지에서 직접 조회도 가능</a:t>
            </a:r>
          </a:p>
          <a:p>
            <a:pPr algn="l"/>
            <a:r>
              <a:rPr lang="ko-KR" altLang="en-US" sz="900" dirty="0"/>
              <a:t>한 화면에서 두 타입 고객을 모두 커버해서 전환이 좋아</a:t>
            </a:r>
            <a:r>
              <a:rPr lang="en-US" altLang="ko-KR" sz="900" dirty="0"/>
              <a:t>.</a:t>
            </a:r>
          </a:p>
          <a:p>
            <a:pPr algn="l"/>
            <a:endParaRPr lang="en-US" altLang="ko-KR" sz="900" dirty="0"/>
          </a:p>
          <a:p>
            <a:pPr algn="l"/>
            <a:endParaRPr lang="en-US" altLang="ko-KR" sz="900" dirty="0"/>
          </a:p>
          <a:p>
            <a:pPr algn="l"/>
            <a:endParaRPr lang="en-US" altLang="ko-KR" sz="900" dirty="0"/>
          </a:p>
        </p:txBody>
      </p:sp>
    </p:spTree>
    <p:extLst>
      <p:ext uri="{BB962C8B-B14F-4D97-AF65-F5344CB8AC3E}">
        <p14:creationId xmlns:p14="http://schemas.microsoft.com/office/powerpoint/2010/main" val="1919154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6716" y="167054"/>
            <a:ext cx="3938954" cy="7631723"/>
          </a:xfrm>
        </p:spPr>
        <p:txBody>
          <a:bodyPr>
            <a:normAutofit/>
          </a:bodyPr>
          <a:lstStyle/>
          <a:p>
            <a:pPr algn="l"/>
            <a:r>
              <a:rPr lang="ko-KR" altLang="en-US" sz="900" b="1" dirty="0" smtClean="0"/>
              <a:t>🛍 商品代購（구매대행）</a:t>
            </a:r>
          </a:p>
          <a:p>
            <a:pPr algn="l"/>
            <a:r>
              <a:rPr lang="ko-KR" altLang="en-US" sz="900" dirty="0" smtClean="0"/>
              <a:t>專為無法自行在海外網站購買的客戶所設計的服務。</a:t>
            </a:r>
            <a:br>
              <a:rPr lang="ko-KR" altLang="en-US" sz="900" dirty="0" smtClean="0"/>
            </a:br>
            <a:r>
              <a:rPr lang="ko-KR" altLang="en-US" sz="900" dirty="0" smtClean="0"/>
              <a:t>無需註冊海外網站帳號，也不必擔心付款與語言問題。</a:t>
            </a:r>
          </a:p>
          <a:p>
            <a:pPr algn="l"/>
            <a:r>
              <a:rPr lang="ko-KR" altLang="en-US" sz="900" dirty="0" smtClean="0"/>
              <a:t>只需提供商品連結或圖片，</a:t>
            </a:r>
            <a:br>
              <a:rPr lang="ko-KR" altLang="en-US" sz="900" dirty="0" smtClean="0"/>
            </a:br>
            <a:r>
              <a:rPr lang="ko-KR" altLang="en-US" sz="900" dirty="0" smtClean="0"/>
              <a:t>我們將代為完成下單、付款、收貨、驗貨與國際配送等全部流程。</a:t>
            </a:r>
          </a:p>
          <a:p>
            <a:pPr algn="l"/>
            <a:r>
              <a:rPr lang="ko-KR" altLang="en-US" sz="900" dirty="0" smtClean="0"/>
              <a:t>從海外網站購買到寄送至台灣，</a:t>
            </a:r>
            <a:br>
              <a:rPr lang="ko-KR" altLang="en-US" sz="900" dirty="0" smtClean="0"/>
            </a:br>
            <a:r>
              <a:rPr lang="ko-KR" altLang="en-US" sz="900" dirty="0" smtClean="0"/>
              <a:t>一站式服務，輕鬆完成海外購物。</a:t>
            </a:r>
          </a:p>
          <a:p>
            <a:pPr algn="l"/>
            <a:r>
              <a:rPr lang="ko-KR" altLang="en-US" sz="900" dirty="0" smtClean="0"/>
              <a:t>韓國歐巴代購服務，讓海外購物更簡單、更安心。</a:t>
            </a:r>
          </a:p>
          <a:p>
            <a:pPr algn="l"/>
            <a:r>
              <a:rPr lang="ko-KR" altLang="en-US" sz="900" b="1" dirty="0" smtClean="0"/>
              <a:t>📦 集運服務（배송대행）</a:t>
            </a:r>
          </a:p>
          <a:p>
            <a:pPr algn="l"/>
            <a:r>
              <a:rPr lang="ko-KR" altLang="en-US" sz="900" dirty="0" smtClean="0"/>
              <a:t>即使您不居住在韓國，也能輕鬆購買所有韓國商品。</a:t>
            </a:r>
          </a:p>
          <a:p>
            <a:pPr algn="l"/>
            <a:r>
              <a:rPr lang="ko-KR" altLang="en-US" sz="900" dirty="0" smtClean="0"/>
              <a:t>您只需在韓國網站下單，</a:t>
            </a:r>
            <a:br>
              <a:rPr lang="ko-KR" altLang="en-US" sz="900" dirty="0" smtClean="0"/>
            </a:br>
            <a:r>
              <a:rPr lang="ko-KR" altLang="en-US" sz="900" dirty="0" smtClean="0"/>
              <a:t>將商品寄送至我們的韓國倉庫地址，</a:t>
            </a:r>
            <a:br>
              <a:rPr lang="ko-KR" altLang="en-US" sz="900" dirty="0" smtClean="0"/>
            </a:br>
            <a:r>
              <a:rPr lang="ko-KR" altLang="en-US" sz="900" dirty="0" smtClean="0"/>
              <a:t>我們將為您收貨、檢查並安排國際配送至台灣。</a:t>
            </a:r>
          </a:p>
          <a:p>
            <a:pPr algn="l"/>
            <a:r>
              <a:rPr lang="ko-KR" altLang="en-US" sz="900" dirty="0" smtClean="0"/>
              <a:t>適合熟悉韓國購物流程的客戶，</a:t>
            </a:r>
            <a:br>
              <a:rPr lang="ko-KR" altLang="en-US" sz="900" dirty="0" smtClean="0"/>
            </a:br>
            <a:r>
              <a:rPr lang="ko-KR" altLang="en-US" sz="900" dirty="0" smtClean="0"/>
              <a:t>提供快速、安全的轉運服務。</a:t>
            </a:r>
          </a:p>
          <a:p>
            <a:pPr algn="l"/>
            <a:r>
              <a:rPr lang="ko-KR" altLang="en-US" sz="900" b="1" dirty="0" smtClean="0"/>
              <a:t>🚚 現地提貨（픽업대행）</a:t>
            </a:r>
          </a:p>
          <a:p>
            <a:pPr algn="l"/>
            <a:r>
              <a:rPr lang="ko-KR" altLang="en-US" sz="900" dirty="0" smtClean="0"/>
              <a:t>當您已在韓國完成訂購，</a:t>
            </a:r>
            <a:br>
              <a:rPr lang="ko-KR" altLang="en-US" sz="900" dirty="0" smtClean="0"/>
            </a:br>
            <a:r>
              <a:rPr lang="ko-KR" altLang="en-US" sz="900" dirty="0" smtClean="0"/>
              <a:t>但賣家無法提供國際配送時，</a:t>
            </a:r>
          </a:p>
          <a:p>
            <a:pPr algn="l"/>
            <a:r>
              <a:rPr lang="ko-KR" altLang="en-US" sz="900" dirty="0" smtClean="0"/>
              <a:t>我們可代為前往指定地點提貨，</a:t>
            </a:r>
            <a:br>
              <a:rPr lang="ko-KR" altLang="en-US" sz="900" dirty="0" smtClean="0"/>
            </a:br>
            <a:r>
              <a:rPr lang="ko-KR" altLang="en-US" sz="900" dirty="0" smtClean="0"/>
              <a:t>並安排國際運送至台灣地址。</a:t>
            </a:r>
          </a:p>
          <a:p>
            <a:pPr algn="l"/>
            <a:r>
              <a:rPr lang="ko-KR" altLang="en-US" sz="900" dirty="0" smtClean="0"/>
              <a:t>特別適用於韓國市場、實體店面或批發商品提貨需求。</a:t>
            </a:r>
          </a:p>
          <a:p>
            <a:pPr algn="l"/>
            <a:r>
              <a:rPr lang="ko-KR" altLang="en-US" sz="900" dirty="0" smtClean="0"/>
              <a:t>🏢 批發專區（무역대행）</a:t>
            </a:r>
            <a:endParaRPr lang="en-US" altLang="ko-KR" sz="900" dirty="0" smtClean="0"/>
          </a:p>
          <a:p>
            <a:pPr algn="l"/>
            <a:r>
              <a:rPr lang="ko-KR" altLang="en-US" sz="900" dirty="0" smtClean="0"/>
              <a:t>針對大量採購、批發或商業用途客戶所設立的專區。</a:t>
            </a:r>
          </a:p>
          <a:p>
            <a:pPr algn="l"/>
            <a:r>
              <a:rPr lang="ko-KR" altLang="en-US" sz="900" dirty="0" smtClean="0"/>
              <a:t>我們提供：</a:t>
            </a:r>
          </a:p>
          <a:p>
            <a:pPr algn="l"/>
            <a:r>
              <a:rPr lang="ko-KR" altLang="en-US" sz="900" dirty="0" smtClean="0"/>
              <a:t>東大門 </a:t>
            </a:r>
            <a:r>
              <a:rPr lang="en-US" altLang="ko-KR" sz="900" dirty="0" smtClean="0"/>
              <a:t>/ </a:t>
            </a:r>
            <a:r>
              <a:rPr lang="ko-KR" altLang="en-US" sz="900" dirty="0" smtClean="0"/>
              <a:t>南大門市場採購</a:t>
            </a:r>
          </a:p>
          <a:p>
            <a:pPr algn="l"/>
            <a:r>
              <a:rPr lang="ko-KR" altLang="en-US" sz="900" dirty="0" smtClean="0"/>
              <a:t>韓國商品批發代行</a:t>
            </a:r>
          </a:p>
          <a:p>
            <a:pPr algn="l"/>
            <a:r>
              <a:rPr lang="ko-KR" altLang="en-US" sz="900" dirty="0" smtClean="0"/>
              <a:t>大量訂單議價協助</a:t>
            </a:r>
          </a:p>
          <a:p>
            <a:pPr algn="l"/>
            <a:r>
              <a:rPr lang="ko-KR" altLang="en-US" sz="900" dirty="0" smtClean="0"/>
              <a:t>驗貨拍照確認</a:t>
            </a:r>
          </a:p>
          <a:p>
            <a:pPr algn="l"/>
            <a:r>
              <a:rPr lang="ko-KR" altLang="en-US" sz="900" dirty="0" smtClean="0"/>
              <a:t>出口報關與國際運輸</a:t>
            </a:r>
          </a:p>
          <a:p>
            <a:pPr algn="l"/>
            <a:r>
              <a:rPr lang="ko-KR" altLang="en-US" sz="900" dirty="0" smtClean="0"/>
              <a:t>協助台灣賣家與企業客戶</a:t>
            </a:r>
            <a:br>
              <a:rPr lang="ko-KR" altLang="en-US" sz="900" dirty="0" smtClean="0"/>
            </a:br>
            <a:r>
              <a:rPr lang="ko-KR" altLang="en-US" sz="900" dirty="0" smtClean="0"/>
              <a:t>從韓國採購至台灣銷售的一站式貿易支援服務。</a:t>
            </a:r>
            <a:endParaRPr lang="en-US" altLang="ko-KR" sz="900" dirty="0" smtClean="0"/>
          </a:p>
          <a:p>
            <a:pPr algn="l"/>
            <a:endParaRPr lang="en-US" altLang="ko-KR" sz="900" dirty="0"/>
          </a:p>
          <a:p>
            <a:pPr algn="l"/>
            <a:endParaRPr lang="ko-KR" altLang="en-US" sz="900" dirty="0" smtClean="0"/>
          </a:p>
          <a:p>
            <a:pPr algn="l"/>
            <a:endParaRPr lang="en-US" altLang="ko-KR" sz="900" dirty="0" smtClean="0"/>
          </a:p>
          <a:p>
            <a:pPr algn="l"/>
            <a:endParaRPr lang="en-US" altLang="ko-KR" sz="900" dirty="0" smtClean="0"/>
          </a:p>
        </p:txBody>
      </p:sp>
      <p:sp>
        <p:nvSpPr>
          <p:cNvPr id="5" name="부제목 2"/>
          <p:cNvSpPr txBox="1">
            <a:spLocks/>
          </p:cNvSpPr>
          <p:nvPr/>
        </p:nvSpPr>
        <p:spPr>
          <a:xfrm>
            <a:off x="6778870" y="167054"/>
            <a:ext cx="3938954" cy="763172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900" dirty="0" smtClean="0"/>
              <a:t>수정사항</a:t>
            </a:r>
            <a:r>
              <a:rPr lang="en-US" altLang="ko-KR" sz="900" dirty="0" smtClean="0"/>
              <a:t>.</a:t>
            </a:r>
            <a:endParaRPr lang="en-US" altLang="zh-TW" sz="900" dirty="0"/>
          </a:p>
          <a:p>
            <a:pPr algn="l"/>
            <a:r>
              <a:rPr lang="en-US" altLang="zh-TW" sz="900" dirty="0" smtClean="0"/>
              <a:t>(1) index </a:t>
            </a:r>
            <a:r>
              <a:rPr lang="ko-KR" altLang="en-US" sz="900" dirty="0" smtClean="0"/>
              <a:t>페이지 부분</a:t>
            </a:r>
            <a:endParaRPr lang="en-US" altLang="ko-KR" sz="900" dirty="0" smtClean="0"/>
          </a:p>
          <a:p>
            <a:pPr algn="l"/>
            <a:r>
              <a:rPr lang="en-US" altLang="zh-TW" sz="900" dirty="0" smtClean="0"/>
              <a:t>1.</a:t>
            </a:r>
            <a:r>
              <a:rPr lang="ko-KR" altLang="en-US" sz="900" dirty="0" smtClean="0"/>
              <a:t> 우리 강점 왜 우리 서비스를 </a:t>
            </a:r>
            <a:r>
              <a:rPr lang="ko-KR" altLang="en-US" sz="900" dirty="0" err="1" smtClean="0"/>
              <a:t>이용해야지</a:t>
            </a:r>
            <a:r>
              <a:rPr lang="ko-KR" altLang="en-US" sz="900" dirty="0" smtClean="0"/>
              <a:t> </a:t>
            </a:r>
            <a:r>
              <a:rPr lang="ko-KR" altLang="en-US" sz="900" dirty="0" err="1" smtClean="0"/>
              <a:t>되는가하는</a:t>
            </a:r>
            <a:r>
              <a:rPr lang="ko-KR" altLang="en-US" sz="900" dirty="0" smtClean="0"/>
              <a:t> 부분에 중점을 맞춰서 써주면 될 것 같아</a:t>
            </a:r>
            <a:r>
              <a:rPr lang="en-US" altLang="ko-KR" sz="900" dirty="0" smtClean="0"/>
              <a:t>.</a:t>
            </a:r>
            <a:endParaRPr lang="en-US" altLang="zh-TW" sz="900" dirty="0"/>
          </a:p>
          <a:p>
            <a:pPr algn="l"/>
            <a:r>
              <a:rPr lang="zh-TW" altLang="en-US" sz="900" dirty="0" smtClean="0"/>
              <a:t>想購買韓國商品卻不知道該如何下單？</a:t>
            </a:r>
            <a:endParaRPr lang="en-US" altLang="zh-TW" sz="900" dirty="0" smtClean="0"/>
          </a:p>
          <a:p>
            <a:pPr algn="l"/>
            <a:r>
              <a:rPr lang="zh-TW" altLang="en-US" sz="900" dirty="0" smtClean="0"/>
              <a:t>語言不通、付款困難、無法寄送海外，是否讓您感到不便？</a:t>
            </a:r>
            <a:endParaRPr lang="en-US" altLang="ko-KR" sz="900" dirty="0" smtClean="0"/>
          </a:p>
          <a:p>
            <a:pPr algn="l"/>
            <a:r>
              <a:rPr lang="zh-TW" altLang="en-US" sz="900" dirty="0" smtClean="0"/>
              <a:t>無論是韓國服飾、偶像周邊、玩具、美妝或各類品牌商品，我們都能協助代購與配送。憑藉韓國當地經驗與市場網絡，提供代購、驗貨拍照與國際運送服務，讓您跨越距離與語言限制，安心完成每一次購物。</a:t>
            </a:r>
            <a:endParaRPr lang="en-US" altLang="ko-KR" sz="900" dirty="0"/>
          </a:p>
          <a:p>
            <a:pPr algn="l"/>
            <a:r>
              <a:rPr lang="zh-TW" altLang="en-US" sz="900" b="1" dirty="0" smtClean="0"/>
              <a:t>✔ 我們的優勢 </a:t>
            </a:r>
            <a:r>
              <a:rPr lang="en-US" altLang="zh-TW" sz="900" dirty="0" smtClean="0"/>
              <a:t>(</a:t>
            </a:r>
            <a:r>
              <a:rPr lang="ko-KR" altLang="en-US" sz="900" dirty="0" smtClean="0"/>
              <a:t>시각적으로 도울 수 있는</a:t>
            </a:r>
            <a:r>
              <a:rPr lang="en-US" altLang="ko-KR" sz="900" dirty="0"/>
              <a:t> </a:t>
            </a:r>
            <a:r>
              <a:rPr lang="ko-KR" altLang="en-US" sz="900" dirty="0" smtClean="0"/>
              <a:t>사진 </a:t>
            </a:r>
            <a:r>
              <a:rPr lang="en-US" altLang="ko-KR" sz="900" dirty="0" smtClean="0"/>
              <a:t>/ </a:t>
            </a:r>
            <a:r>
              <a:rPr lang="ko-KR" altLang="en-US" sz="900" dirty="0" smtClean="0"/>
              <a:t>이미지 추가</a:t>
            </a:r>
            <a:r>
              <a:rPr lang="en-US" altLang="ko-KR" sz="900" dirty="0" smtClean="0"/>
              <a:t>)</a:t>
            </a:r>
          </a:p>
          <a:p>
            <a:pPr algn="l"/>
            <a:r>
              <a:rPr lang="en-US" altLang="zh-TW" sz="900" dirty="0" smtClean="0"/>
              <a:t>• </a:t>
            </a:r>
            <a:r>
              <a:rPr lang="zh-TW" altLang="en-US" sz="900" dirty="0" smtClean="0"/>
              <a:t>韓國現地團隊支援</a:t>
            </a:r>
            <a:br>
              <a:rPr lang="zh-TW" altLang="en-US" sz="900" dirty="0" smtClean="0"/>
            </a:br>
            <a:r>
              <a:rPr lang="en-US" altLang="zh-TW" sz="900" dirty="0" smtClean="0"/>
              <a:t>• </a:t>
            </a:r>
            <a:r>
              <a:rPr lang="zh-TW" altLang="en-US" sz="900" dirty="0" smtClean="0"/>
              <a:t>熟悉東大門與市場採購流程</a:t>
            </a:r>
            <a:br>
              <a:rPr lang="zh-TW" altLang="en-US" sz="900" dirty="0" smtClean="0"/>
            </a:br>
            <a:r>
              <a:rPr lang="en-US" altLang="zh-TW" sz="900" dirty="0" smtClean="0"/>
              <a:t>• </a:t>
            </a:r>
            <a:r>
              <a:rPr lang="zh-TW" altLang="en-US" sz="900" dirty="0" smtClean="0"/>
              <a:t>驗貨拍照確認更安心</a:t>
            </a:r>
            <a:br>
              <a:rPr lang="zh-TW" altLang="en-US" sz="900" dirty="0" smtClean="0"/>
            </a:br>
            <a:r>
              <a:rPr lang="en-US" altLang="zh-TW" sz="900" dirty="0" smtClean="0"/>
              <a:t>• </a:t>
            </a:r>
            <a:r>
              <a:rPr lang="zh-TW" altLang="en-US" sz="900" dirty="0" smtClean="0"/>
              <a:t>支援個人與商家長期合作</a:t>
            </a:r>
          </a:p>
          <a:p>
            <a:pPr algn="l"/>
            <a:endParaRPr lang="en-US" altLang="ko-KR" sz="900" dirty="0" smtClean="0"/>
          </a:p>
          <a:p>
            <a:pPr algn="l"/>
            <a:r>
              <a:rPr lang="en-US" altLang="ko-KR" sz="900" dirty="0" smtClean="0"/>
              <a:t>2. </a:t>
            </a:r>
            <a:r>
              <a:rPr lang="ko-KR" altLang="en-US" sz="900" dirty="0" smtClean="0"/>
              <a:t>사업 영역 부문 표시</a:t>
            </a:r>
            <a:r>
              <a:rPr lang="en-US" altLang="ko-KR" sz="900" dirty="0" smtClean="0"/>
              <a:t>. </a:t>
            </a:r>
            <a:endParaRPr lang="en-US" altLang="ko-KR" sz="900" dirty="0"/>
          </a:p>
          <a:p>
            <a:pPr algn="l"/>
            <a:r>
              <a:rPr lang="ko-KR" altLang="en-US" sz="900" dirty="0" smtClean="0"/>
              <a:t>여기는 우리 사업 영역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네 가지 사업 영역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구매대행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배송대행</a:t>
            </a:r>
            <a:r>
              <a:rPr lang="en-US" altLang="ko-KR" sz="900" dirty="0" smtClean="0"/>
              <a:t>, </a:t>
            </a:r>
            <a:r>
              <a:rPr lang="ko-KR" altLang="en-US" sz="900" dirty="0" err="1" smtClean="0"/>
              <a:t>픽업대행</a:t>
            </a:r>
            <a:r>
              <a:rPr lang="en-US" altLang="ko-KR" sz="900" dirty="0" smtClean="0"/>
              <a:t>, </a:t>
            </a:r>
            <a:r>
              <a:rPr lang="ko-KR" altLang="en-US" sz="900" dirty="0" err="1" smtClean="0"/>
              <a:t>무역대행</a:t>
            </a:r>
            <a:r>
              <a:rPr lang="ko-KR" altLang="en-US" sz="900" dirty="0" smtClean="0"/>
              <a:t> 부분들을 간단하게 설명하는 거야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이미지랑 같이 넣어서</a:t>
            </a:r>
            <a:r>
              <a:rPr lang="en-US" altLang="ko-KR" sz="900" dirty="0" smtClean="0"/>
              <a:t>. </a:t>
            </a:r>
          </a:p>
          <a:p>
            <a:pPr algn="l"/>
            <a:r>
              <a:rPr lang="en-US" altLang="ko-KR" sz="900" dirty="0" smtClean="0"/>
              <a:t>(</a:t>
            </a:r>
            <a:r>
              <a:rPr lang="ko-KR" altLang="en-US" sz="900" dirty="0" smtClean="0"/>
              <a:t>첨부된 </a:t>
            </a:r>
            <a:r>
              <a:rPr lang="ko-KR" altLang="en-US" sz="900" dirty="0" err="1" smtClean="0"/>
              <a:t>형상무역</a:t>
            </a:r>
            <a:r>
              <a:rPr lang="ko-KR" altLang="en-US" sz="900" dirty="0" smtClean="0"/>
              <a:t> 홈페이지 사이트</a:t>
            </a:r>
            <a:r>
              <a:rPr lang="en-US" altLang="ko-KR" sz="900" dirty="0" smtClean="0"/>
              <a:t>(http://www.hyungsungtrade.com)</a:t>
            </a:r>
            <a:r>
              <a:rPr lang="ko-KR" altLang="en-US" sz="900" dirty="0" smtClean="0"/>
              <a:t> 인덱스 페이지의 사업 영역 부분을 참고하면 될 것 같아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이런 형태로 만들어주면 될 것 같아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그 밑에 </a:t>
            </a:r>
            <a:r>
              <a:rPr lang="en-US" altLang="ko-KR" sz="900" dirty="0" smtClean="0"/>
              <a:t>'</a:t>
            </a:r>
            <a:r>
              <a:rPr lang="ko-KR" altLang="en-US" sz="900" dirty="0" smtClean="0"/>
              <a:t>자세히 보기</a:t>
            </a:r>
            <a:r>
              <a:rPr lang="en-US" altLang="ko-KR" sz="900" dirty="0" smtClean="0"/>
              <a:t>'</a:t>
            </a:r>
            <a:r>
              <a:rPr lang="ko-KR" altLang="en-US" sz="900" dirty="0" smtClean="0"/>
              <a:t>란을 만들어서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클릭하면 해당되는 메뉴로 이동하게 하면 되겠지</a:t>
            </a:r>
            <a:r>
              <a:rPr lang="en-US" altLang="ko-KR" sz="900" dirty="0" smtClean="0"/>
              <a:t>.)</a:t>
            </a:r>
          </a:p>
          <a:p>
            <a:pPr algn="l"/>
            <a:endParaRPr lang="en-US" altLang="ko-KR" sz="900" dirty="0"/>
          </a:p>
          <a:p>
            <a:pPr algn="l"/>
            <a:r>
              <a:rPr lang="en-US" altLang="ko-KR" sz="900" dirty="0" smtClean="0"/>
              <a:t>3. </a:t>
            </a:r>
            <a:r>
              <a:rPr lang="ko-KR" altLang="en-US" sz="900" dirty="0" smtClean="0"/>
              <a:t>도움이 될 만한 사이트 표시</a:t>
            </a:r>
            <a:r>
              <a:rPr lang="en-US" altLang="ko-KR" sz="900" dirty="0" smtClean="0"/>
              <a:t>.</a:t>
            </a:r>
          </a:p>
          <a:p>
            <a:pPr algn="l"/>
            <a:r>
              <a:rPr lang="ko-KR" altLang="en-US" sz="900" dirty="0" err="1" smtClean="0"/>
              <a:t>형성무역</a:t>
            </a:r>
            <a:r>
              <a:rPr lang="ko-KR" altLang="en-US" sz="900" dirty="0" smtClean="0"/>
              <a:t> 홈페이지 하단을 참고하면 </a:t>
            </a:r>
            <a:r>
              <a:rPr lang="ko-KR" altLang="en-US" sz="900" dirty="0" err="1" smtClean="0"/>
              <a:t>유니패스나</a:t>
            </a:r>
            <a:r>
              <a:rPr lang="ko-KR" altLang="en-US" sz="900" dirty="0" smtClean="0"/>
              <a:t> 국립전파연구원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식품연구원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같은 무역 관련 기관들이 있거든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대만에서도 환율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대만 관세청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대만 </a:t>
            </a:r>
            <a:r>
              <a:rPr lang="ko-KR" altLang="en-US" sz="900" dirty="0" err="1" smtClean="0"/>
              <a:t>대만</a:t>
            </a:r>
            <a:r>
              <a:rPr lang="ko-KR" altLang="en-US" sz="900" dirty="0" smtClean="0"/>
              <a:t> 무역 관세율 같은 거 볼 수 있는 그런 것들</a:t>
            </a:r>
            <a:r>
              <a:rPr lang="en-US" altLang="ko-KR" sz="900" dirty="0" smtClean="0"/>
              <a:t>,</a:t>
            </a:r>
            <a:r>
              <a:rPr lang="ko-KR" altLang="en-US" sz="900" dirty="0" smtClean="0"/>
              <a:t> 기관들이 있을 거야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그런 것들을 찾아서 해당 사이트들을 넣을 수 있게 칸을 그런 식으로 </a:t>
            </a:r>
            <a:r>
              <a:rPr lang="ko-KR" altLang="en-US" sz="900" dirty="0" err="1" smtClean="0"/>
              <a:t>만들어줄래</a:t>
            </a:r>
            <a:r>
              <a:rPr lang="en-US" altLang="ko-KR" sz="900" dirty="0" smtClean="0"/>
              <a:t>? </a:t>
            </a:r>
            <a:r>
              <a:rPr lang="ko-KR" altLang="en-US" sz="900" dirty="0" smtClean="0"/>
              <a:t>방식은 형성무역에서 하는 것처럼 각 기관에 대해서 네모 박스로 만들고 옆으로 이렇게 반복해서 흐르도록 이런 식으로</a:t>
            </a:r>
            <a:r>
              <a:rPr lang="en-US" altLang="ko-KR" sz="900" dirty="0"/>
              <a:t> </a:t>
            </a:r>
            <a:r>
              <a:rPr lang="ko-KR" altLang="en-US" sz="900" dirty="0" smtClean="0"/>
              <a:t>깔끔하게 만들어보자</a:t>
            </a:r>
            <a:r>
              <a:rPr lang="en-US" altLang="ko-KR" sz="900" dirty="0" smtClean="0"/>
              <a:t>.</a:t>
            </a:r>
          </a:p>
          <a:p>
            <a:pPr algn="l"/>
            <a:endParaRPr lang="en-US" altLang="ko-KR" sz="900" dirty="0"/>
          </a:p>
          <a:p>
            <a:pPr algn="l"/>
            <a:r>
              <a:rPr lang="en-US" altLang="ko-KR" sz="900" dirty="0" smtClean="0"/>
              <a:t>(2) </a:t>
            </a:r>
            <a:r>
              <a:rPr lang="ko-KR" altLang="en-US" sz="900" dirty="0" smtClean="0"/>
              <a:t>메뉴 부분 공통</a:t>
            </a:r>
            <a:r>
              <a:rPr lang="en-US" altLang="ko-KR" sz="900" dirty="0" smtClean="0"/>
              <a:t>.</a:t>
            </a:r>
          </a:p>
          <a:p>
            <a:pPr algn="l"/>
            <a:r>
              <a:rPr lang="en-US" altLang="ko-KR" sz="900" dirty="0" smtClean="0"/>
              <a:t>1.</a:t>
            </a:r>
            <a:r>
              <a:rPr lang="ko-KR" altLang="en-US" sz="900" dirty="0" smtClean="0"/>
              <a:t>메뉴 맨 하단에 있는 자주 묻는 질문은 모두 다 빼주고 자주 묻는 질문은 게시판 메뉴에만 들어가게끔 할게</a:t>
            </a:r>
            <a:r>
              <a:rPr lang="en-US" altLang="ko-KR" sz="900" dirty="0" smtClean="0"/>
              <a:t>.</a:t>
            </a:r>
          </a:p>
          <a:p>
            <a:pPr algn="l"/>
            <a:r>
              <a:rPr lang="en-US" altLang="ko-KR" sz="900" dirty="0" smtClean="0"/>
              <a:t>2.</a:t>
            </a:r>
            <a:r>
              <a:rPr lang="ko-KR" altLang="en-US" sz="900" dirty="0" smtClean="0"/>
              <a:t> 게시판에 고객 후기들도 제거해줘</a:t>
            </a:r>
            <a:endParaRPr lang="en-US" altLang="ko-KR" sz="900" dirty="0" smtClean="0"/>
          </a:p>
          <a:p>
            <a:pPr algn="l"/>
            <a:r>
              <a:rPr lang="en-US" altLang="ko-KR" sz="900" dirty="0" smtClean="0"/>
              <a:t>3. </a:t>
            </a:r>
            <a:r>
              <a:rPr lang="ko-KR" altLang="en-US" sz="900" dirty="0" smtClean="0"/>
              <a:t>주요 서비스 네 가지 메뉴를 </a:t>
            </a:r>
            <a:r>
              <a:rPr lang="ko-KR" altLang="en-US" sz="900" dirty="0" err="1" smtClean="0"/>
              <a:t>들어갔었을</a:t>
            </a:r>
            <a:r>
              <a:rPr lang="ko-KR" altLang="en-US" sz="900" dirty="0" smtClean="0"/>
              <a:t> 때 </a:t>
            </a:r>
            <a:r>
              <a:rPr lang="ko-KR" altLang="en-US" sz="900" dirty="0" err="1" smtClean="0"/>
              <a:t>비주얼한</a:t>
            </a:r>
            <a:r>
              <a:rPr lang="ko-KR" altLang="en-US" sz="900" dirty="0" smtClean="0"/>
              <a:t> 이미지 부분이나 사진 부분이 좀 추가됐으면 좋겠거든</a:t>
            </a:r>
            <a:r>
              <a:rPr lang="en-US" altLang="ko-KR" sz="900" dirty="0" smtClean="0"/>
              <a:t>?</a:t>
            </a:r>
            <a:r>
              <a:rPr lang="ko-KR" altLang="en-US" sz="900" dirty="0" smtClean="0"/>
              <a:t> 너무 글만 있으니까 너무 책 같은 느낌이 들어서 사진 이미지를 하나씩 더 추가해줬으면 좋겠는데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그 부분을 만들어서 너무 그렇게 크진 않게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각 서비스 설명 밑에 사진이나 이미지가 들어가면 될 거 같아</a:t>
            </a:r>
            <a:r>
              <a:rPr lang="en-US" altLang="ko-KR" sz="900" dirty="0" smtClean="0"/>
              <a:t>. (</a:t>
            </a:r>
            <a:r>
              <a:rPr lang="ko-KR" altLang="en-US" sz="900" dirty="0" smtClean="0"/>
              <a:t>형성 무역 폐지 참고하면 될 것 같아</a:t>
            </a:r>
            <a:r>
              <a:rPr lang="en-US" altLang="ko-KR" sz="900" dirty="0" smtClean="0"/>
              <a:t>.)</a:t>
            </a:r>
          </a:p>
          <a:p>
            <a:pPr algn="l"/>
            <a:endParaRPr lang="en-US" altLang="ko-KR" sz="900" dirty="0"/>
          </a:p>
          <a:p>
            <a:pPr algn="l"/>
            <a:r>
              <a:rPr lang="en-US" altLang="ko-KR" sz="900" dirty="0" smtClean="0"/>
              <a:t>(3) </a:t>
            </a:r>
            <a:r>
              <a:rPr lang="ko-KR" altLang="en-US" sz="900" dirty="0" smtClean="0"/>
              <a:t>배송 조회 메뉴 부분</a:t>
            </a:r>
            <a:endParaRPr lang="en-US" altLang="ko-KR" sz="900" dirty="0" smtClean="0"/>
          </a:p>
          <a:p>
            <a:pPr algn="l"/>
            <a:r>
              <a:rPr lang="ko-KR" altLang="en-US" sz="900" dirty="0" smtClean="0"/>
              <a:t>대만 쪽 구매대행이니 대만 현지 </a:t>
            </a:r>
            <a:r>
              <a:rPr lang="ko-KR" altLang="en-US" sz="900" dirty="0" err="1" smtClean="0"/>
              <a:t>택배사들을</a:t>
            </a:r>
            <a:r>
              <a:rPr lang="ko-KR" altLang="en-US" sz="900" dirty="0" smtClean="0"/>
              <a:t> 확인해 봐</a:t>
            </a:r>
            <a:r>
              <a:rPr lang="en-US" altLang="ko-KR" sz="900" dirty="0" smtClean="0"/>
              <a:t>.- </a:t>
            </a:r>
            <a:r>
              <a:rPr lang="ko-KR" altLang="en-US" sz="900" dirty="0" err="1" smtClean="0"/>
              <a:t>세븐일레븐</a:t>
            </a:r>
            <a:r>
              <a:rPr lang="ko-KR" altLang="en-US" sz="900" dirty="0" smtClean="0"/>
              <a:t> 등 편의점 택배</a:t>
            </a:r>
            <a:r>
              <a:rPr lang="en-US" altLang="ko-KR" sz="900" dirty="0" smtClean="0"/>
              <a:t>- </a:t>
            </a:r>
            <a:r>
              <a:rPr lang="ko-KR" altLang="en-US" sz="900" dirty="0" smtClean="0"/>
              <a:t>우체국</a:t>
            </a:r>
            <a:r>
              <a:rPr lang="en-US" altLang="ko-KR" sz="900" dirty="0" smtClean="0"/>
              <a:t>- </a:t>
            </a:r>
            <a:r>
              <a:rPr lang="ko-KR" altLang="en-US" sz="900" dirty="0" smtClean="0"/>
              <a:t>그 외 기타 택배 서비스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실질적으로 </a:t>
            </a:r>
            <a:r>
              <a:rPr lang="ko-KR" altLang="en-US" sz="900" dirty="0" err="1" smtClean="0"/>
              <a:t>택배사</a:t>
            </a:r>
            <a:r>
              <a:rPr lang="ko-KR" altLang="en-US" sz="900" dirty="0" smtClean="0"/>
              <a:t> 하나 찾아서 택배 번호를 집어넣으면 그쪽 </a:t>
            </a:r>
            <a:r>
              <a:rPr lang="ko-KR" altLang="en-US" sz="900" dirty="0" err="1" smtClean="0"/>
              <a:t>트래킹이</a:t>
            </a:r>
            <a:r>
              <a:rPr lang="ko-KR" altLang="en-US" sz="900" dirty="0" smtClean="0"/>
              <a:t> 되는 것까지 연결하면 시킬 수 있겠냐</a:t>
            </a:r>
            <a:r>
              <a:rPr lang="en-US" altLang="ko-KR" sz="900" dirty="0" smtClean="0"/>
              <a:t>?</a:t>
            </a:r>
          </a:p>
          <a:p>
            <a:pPr algn="l"/>
            <a:r>
              <a:rPr lang="ko-KR" altLang="en-US" sz="900" b="1" dirty="0" smtClean="0"/>
              <a:t>🇹🇼 대만 주요 </a:t>
            </a:r>
            <a:r>
              <a:rPr lang="ko-KR" altLang="en-US" sz="900" b="1" dirty="0" err="1" smtClean="0"/>
              <a:t>택배사</a:t>
            </a:r>
            <a:endParaRPr lang="ko-KR" altLang="en-US" sz="900" b="1" dirty="0" smtClean="0"/>
          </a:p>
          <a:p>
            <a:pPr algn="l"/>
            <a:r>
              <a:rPr lang="ko-KR" altLang="en-US" sz="900" dirty="0" smtClean="0"/>
              <a:t>中華郵政 </a:t>
            </a:r>
            <a:r>
              <a:rPr lang="en-US" altLang="ko-KR" sz="900" dirty="0" smtClean="0"/>
              <a:t>(</a:t>
            </a:r>
            <a:r>
              <a:rPr lang="ko-KR" altLang="en-US" sz="900" dirty="0" smtClean="0"/>
              <a:t>우체국</a:t>
            </a:r>
            <a:r>
              <a:rPr lang="en-US" altLang="ko-KR" sz="900" dirty="0" smtClean="0"/>
              <a:t>)</a:t>
            </a:r>
          </a:p>
          <a:p>
            <a:pPr algn="l"/>
            <a:r>
              <a:rPr lang="ko-KR" altLang="en-US" sz="900" dirty="0" smtClean="0"/>
              <a:t>黑貓宅急便 </a:t>
            </a:r>
            <a:r>
              <a:rPr lang="en-US" altLang="ko-KR" sz="900" dirty="0" smtClean="0"/>
              <a:t>(Yamato)</a:t>
            </a:r>
          </a:p>
          <a:p>
            <a:pPr algn="l"/>
            <a:r>
              <a:rPr lang="ko-KR" altLang="en-US" sz="900" dirty="0" smtClean="0"/>
              <a:t>新竹物流</a:t>
            </a:r>
          </a:p>
          <a:p>
            <a:pPr algn="l"/>
            <a:r>
              <a:rPr lang="ko-KR" altLang="en-US" sz="900" dirty="0" smtClean="0"/>
              <a:t>嘉里大榮</a:t>
            </a:r>
            <a:endParaRPr lang="en-US" altLang="ko-KR" sz="900" dirty="0" smtClean="0"/>
          </a:p>
          <a:p>
            <a:pPr algn="l"/>
            <a:r>
              <a:rPr lang="ko-KR" altLang="en-US" sz="900" dirty="0"/>
              <a:t>위에 운송장 번호 </a:t>
            </a:r>
            <a:r>
              <a:rPr lang="ko-KR" altLang="en-US" sz="900" dirty="0" err="1"/>
              <a:t>입력칸을</a:t>
            </a:r>
            <a:r>
              <a:rPr lang="ko-KR" altLang="en-US" sz="900" dirty="0"/>
              <a:t> 두고</a:t>
            </a:r>
          </a:p>
          <a:p>
            <a:pPr algn="l"/>
            <a:r>
              <a:rPr lang="ko-KR" altLang="en-US" sz="900" dirty="0"/>
              <a:t>아래에 </a:t>
            </a:r>
            <a:r>
              <a:rPr lang="ko-KR" altLang="en-US" sz="900" dirty="0" err="1"/>
              <a:t>택배사</a:t>
            </a:r>
            <a:r>
              <a:rPr lang="ko-KR" altLang="en-US" sz="900" dirty="0"/>
              <a:t> 버튼</a:t>
            </a:r>
            <a:r>
              <a:rPr lang="en-US" altLang="ko-KR" sz="900" dirty="0"/>
              <a:t>(</a:t>
            </a:r>
            <a:r>
              <a:rPr lang="ko-KR" altLang="en-US" sz="900" dirty="0" err="1"/>
              <a:t>한국우정</a:t>
            </a:r>
            <a:r>
              <a:rPr lang="en-US" altLang="ko-KR" sz="900" dirty="0"/>
              <a:t>/EMS/DHL/FedEx + </a:t>
            </a:r>
            <a:r>
              <a:rPr lang="ko-KR" altLang="en-US" sz="900" dirty="0"/>
              <a:t>대만 택배</a:t>
            </a:r>
            <a:r>
              <a:rPr lang="en-US" altLang="ko-KR" sz="900" dirty="0"/>
              <a:t>)</a:t>
            </a:r>
            <a:r>
              <a:rPr lang="ko-KR" altLang="en-US" sz="900" dirty="0"/>
              <a:t>을 둠</a:t>
            </a:r>
          </a:p>
          <a:p>
            <a:pPr algn="l"/>
            <a:r>
              <a:rPr lang="ko-KR" altLang="en-US" sz="900" dirty="0"/>
              <a:t>고객은</a:t>
            </a:r>
            <a:r>
              <a:rPr lang="en-US" altLang="ko-KR" sz="900" dirty="0"/>
              <a:t>:</a:t>
            </a:r>
          </a:p>
          <a:p>
            <a:pPr marL="0" lvl="1" algn="l">
              <a:spcBef>
                <a:spcPts val="1000"/>
              </a:spcBef>
            </a:pPr>
            <a:r>
              <a:rPr lang="ko-KR" altLang="en-US" sz="900" dirty="0"/>
              <a:t>번호를 입력하고 → </a:t>
            </a:r>
            <a:r>
              <a:rPr lang="ko-KR" altLang="en-US" sz="900" dirty="0" err="1"/>
              <a:t>택배사</a:t>
            </a:r>
            <a:r>
              <a:rPr lang="ko-KR" altLang="en-US" sz="900" dirty="0"/>
              <a:t> 버튼을 누르면 → 새 탭에서 바로 조회</a:t>
            </a:r>
          </a:p>
          <a:p>
            <a:pPr marL="0" lvl="1" algn="l">
              <a:spcBef>
                <a:spcPts val="1000"/>
              </a:spcBef>
            </a:pPr>
            <a:r>
              <a:rPr lang="en-US" altLang="ko-KR" sz="900" dirty="0"/>
              <a:t>(</a:t>
            </a:r>
            <a:r>
              <a:rPr lang="ko-KR" altLang="en-US" sz="900" dirty="0"/>
              <a:t>번호를 모르면</a:t>
            </a:r>
            <a:r>
              <a:rPr lang="en-US" altLang="ko-KR" sz="900" dirty="0"/>
              <a:t>) </a:t>
            </a:r>
            <a:r>
              <a:rPr lang="ko-KR" altLang="en-US" sz="900" dirty="0"/>
              <a:t>버튼만 눌러서 </a:t>
            </a:r>
            <a:r>
              <a:rPr lang="ko-KR" altLang="en-US" sz="900" dirty="0" err="1"/>
              <a:t>택배사</a:t>
            </a:r>
            <a:r>
              <a:rPr lang="ko-KR" altLang="en-US" sz="900" dirty="0"/>
              <a:t> 페이지에서 직접 조회도 가능</a:t>
            </a:r>
          </a:p>
          <a:p>
            <a:pPr algn="l"/>
            <a:r>
              <a:rPr lang="ko-KR" altLang="en-US" sz="900" dirty="0"/>
              <a:t>한 화면에서 두 타입 고객을 모두 커버해서 전환이 좋아</a:t>
            </a:r>
            <a:r>
              <a:rPr lang="en-US" altLang="ko-KR" sz="900" dirty="0"/>
              <a:t>.</a:t>
            </a:r>
          </a:p>
          <a:p>
            <a:pPr algn="l"/>
            <a:endParaRPr lang="en-US" altLang="ko-KR" sz="900" dirty="0"/>
          </a:p>
          <a:p>
            <a:pPr algn="l"/>
            <a:endParaRPr lang="en-US" altLang="ko-KR" sz="900" dirty="0"/>
          </a:p>
          <a:p>
            <a:pPr algn="l"/>
            <a:endParaRPr lang="en-US" altLang="ko-KR" sz="900" dirty="0"/>
          </a:p>
        </p:txBody>
      </p:sp>
    </p:spTree>
    <p:extLst>
      <p:ext uri="{BB962C8B-B14F-4D97-AF65-F5344CB8AC3E}">
        <p14:creationId xmlns:p14="http://schemas.microsoft.com/office/powerpoint/2010/main" val="3900128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2"/>
          <p:cNvSpPr txBox="1">
            <a:spLocks/>
          </p:cNvSpPr>
          <p:nvPr/>
        </p:nvSpPr>
        <p:spPr>
          <a:xfrm>
            <a:off x="386382" y="216930"/>
            <a:ext cx="3938954" cy="6175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900" dirty="0" smtClean="0"/>
              <a:t>수정사항</a:t>
            </a:r>
            <a:r>
              <a:rPr lang="en-US" altLang="ko-KR" sz="900" dirty="0" smtClean="0"/>
              <a:t>_rev 4</a:t>
            </a:r>
            <a:endParaRPr lang="en-US" altLang="zh-TW" sz="900" dirty="0"/>
          </a:p>
          <a:p>
            <a:pPr algn="l"/>
            <a:r>
              <a:rPr lang="en-US" altLang="zh-TW" sz="900" dirty="0" smtClean="0"/>
              <a:t>(1) index </a:t>
            </a:r>
            <a:r>
              <a:rPr lang="ko-KR" altLang="en-US" sz="900" dirty="0" smtClean="0"/>
              <a:t>페이지 부분</a:t>
            </a:r>
            <a:endParaRPr lang="en-US" altLang="ko-KR" sz="900" dirty="0" smtClean="0"/>
          </a:p>
          <a:p>
            <a:pPr marL="228600" indent="-228600" algn="l">
              <a:buAutoNum type="arabicPeriod"/>
            </a:pPr>
            <a:r>
              <a:rPr lang="ko-KR" altLang="en-US" sz="900" dirty="0" smtClean="0"/>
              <a:t>인덱스 </a:t>
            </a:r>
            <a:r>
              <a:rPr lang="ko-KR" altLang="en-US" sz="900" dirty="0"/>
              <a:t>페이지에 구매대행 이용 절차 그 부분은 삭제해줘</a:t>
            </a:r>
            <a:r>
              <a:rPr lang="en-US" altLang="ko-KR" sz="900" dirty="0" smtClean="0"/>
              <a:t>.</a:t>
            </a:r>
          </a:p>
          <a:p>
            <a:pPr marL="228600" indent="-228600" algn="l">
              <a:buAutoNum type="arabicPeriod"/>
            </a:pPr>
            <a:r>
              <a:rPr lang="ko-KR" altLang="en-US" sz="900" dirty="0" err="1"/>
              <a:t>운임계산기</a:t>
            </a:r>
            <a:r>
              <a:rPr lang="ko-KR" altLang="en-US" sz="900" dirty="0"/>
              <a:t> 부분은 게시판으로 이동해줘</a:t>
            </a:r>
            <a:r>
              <a:rPr lang="en-US" altLang="ko-KR" sz="900" dirty="0" smtClean="0"/>
              <a:t>. </a:t>
            </a:r>
            <a:r>
              <a:rPr lang="ko-KR" altLang="en-US" sz="900" dirty="0"/>
              <a:t>게시판으로 이동해서 공지사항 밑에 넣어주는데 계산기가 화면의 절반 정도가 나오니까 그 옆에 이미지를 하나 같이 붙여줘서 전체 라인이 빈 느낌이 없게끔 해줘</a:t>
            </a:r>
            <a:r>
              <a:rPr lang="en-US" altLang="ko-KR" sz="900" dirty="0" smtClean="0"/>
              <a:t>.</a:t>
            </a:r>
            <a:r>
              <a:rPr lang="ko-KR" altLang="en-US" sz="900" dirty="0"/>
              <a:t> 다시 말하면 계산기 반 </a:t>
            </a:r>
            <a:r>
              <a:rPr lang="ko-KR" altLang="en-US" sz="900" dirty="0" err="1"/>
              <a:t>그다음에</a:t>
            </a:r>
            <a:r>
              <a:rPr lang="ko-KR" altLang="en-US" sz="900" dirty="0"/>
              <a:t> 옆에는 이미지 이렇게 있어야 되겠지</a:t>
            </a:r>
            <a:r>
              <a:rPr lang="en-US" altLang="ko-KR" sz="900" dirty="0" smtClean="0"/>
              <a:t>.</a:t>
            </a:r>
            <a:r>
              <a:rPr lang="ko-KR" altLang="en-US" sz="900" dirty="0"/>
              <a:t> 계산기는 오른쪽</a:t>
            </a:r>
            <a:r>
              <a:rPr lang="en-US" altLang="ko-KR" sz="900" dirty="0"/>
              <a:t>, </a:t>
            </a:r>
            <a:r>
              <a:rPr lang="ko-KR" altLang="en-US" sz="900" dirty="0"/>
              <a:t>이미지는 왼쪽</a:t>
            </a:r>
            <a:r>
              <a:rPr lang="en-US" altLang="ko-KR" sz="900" dirty="0" smtClean="0"/>
              <a:t>.</a:t>
            </a:r>
            <a:endParaRPr lang="en-US" altLang="ko-KR" sz="900" dirty="0"/>
          </a:p>
          <a:p>
            <a:pPr marL="228600" indent="-228600" algn="l">
              <a:buAutoNum type="arabicPeriod"/>
            </a:pPr>
            <a:r>
              <a:rPr lang="ko-KR" altLang="en-US" sz="900" dirty="0"/>
              <a:t>도움되는 사이트 부분은 정사각형 형태가 아니라 직사각형 형태로 해주고 높이가 그렇게 높지 않게끔 해줘</a:t>
            </a:r>
            <a:r>
              <a:rPr lang="en-US" altLang="ko-KR" sz="900" dirty="0"/>
              <a:t>. </a:t>
            </a:r>
            <a:r>
              <a:rPr lang="ko-KR" altLang="en-US" sz="900" dirty="0" err="1"/>
              <a:t>메뉴바보다</a:t>
            </a:r>
            <a:r>
              <a:rPr lang="ko-KR" altLang="en-US" sz="900" dirty="0"/>
              <a:t> </a:t>
            </a:r>
            <a:r>
              <a:rPr lang="en-US" altLang="ko-KR" sz="900" dirty="0"/>
              <a:t>1.2</a:t>
            </a:r>
            <a:r>
              <a:rPr lang="ko-KR" altLang="en-US" sz="900" dirty="0"/>
              <a:t>배 </a:t>
            </a:r>
            <a:r>
              <a:rPr lang="ko-KR" altLang="en-US" sz="900" dirty="0" smtClean="0"/>
              <a:t>높은 정도</a:t>
            </a:r>
            <a:r>
              <a:rPr lang="en-US" altLang="ko-KR" sz="900" dirty="0" smtClean="0"/>
              <a:t>.</a:t>
            </a:r>
            <a:endParaRPr lang="en-US" altLang="ko-KR" sz="900" dirty="0" smtClean="0"/>
          </a:p>
          <a:p>
            <a:pPr marL="228600" indent="-228600" algn="l">
              <a:buAutoNum type="arabicPeriod"/>
            </a:pPr>
            <a:endParaRPr lang="en-US" altLang="ko-KR" sz="900" dirty="0"/>
          </a:p>
          <a:p>
            <a:pPr algn="l"/>
            <a:r>
              <a:rPr lang="en-US" altLang="ko-KR" sz="900" dirty="0" smtClean="0"/>
              <a:t>(2) </a:t>
            </a:r>
            <a:r>
              <a:rPr lang="ko-KR" altLang="en-US" sz="900" dirty="0"/>
              <a:t>구매대행 </a:t>
            </a:r>
            <a:r>
              <a:rPr lang="ko-KR" altLang="en-US" sz="900" dirty="0" smtClean="0"/>
              <a:t>메뉴</a:t>
            </a:r>
            <a:endParaRPr lang="en-US" altLang="ko-KR" sz="900" dirty="0" smtClean="0"/>
          </a:p>
          <a:p>
            <a:pPr algn="l"/>
            <a:r>
              <a:rPr lang="ko-KR" altLang="en-US" sz="900" dirty="0" err="1" smtClean="0"/>
              <a:t>형성무역</a:t>
            </a:r>
            <a:r>
              <a:rPr lang="en-US" altLang="ko-KR" sz="900" dirty="0"/>
              <a:t>(http://</a:t>
            </a:r>
            <a:r>
              <a:rPr lang="en-US" altLang="ko-KR" sz="900" dirty="0" smtClean="0"/>
              <a:t>www.hyungsungtrade.com/Frontend/main/business_buy)</a:t>
            </a:r>
            <a:r>
              <a:rPr lang="ko-KR" altLang="en-US" sz="900" dirty="0" smtClean="0"/>
              <a:t>에서 </a:t>
            </a:r>
            <a:r>
              <a:rPr lang="ko-KR" altLang="en-US" sz="900" dirty="0"/>
              <a:t>가져온 그림인데 사이트를 창고에서 구매대행 절차를 비슷한 형태로</a:t>
            </a:r>
            <a:r>
              <a:rPr lang="en-US" altLang="ko-KR" sz="900" dirty="0" smtClean="0"/>
              <a:t> </a:t>
            </a:r>
            <a:r>
              <a:rPr lang="ko-KR" altLang="en-US" sz="900" dirty="0"/>
              <a:t>형태로 눈에 보기 쉽게 해줬으면 좋겠어</a:t>
            </a:r>
            <a:r>
              <a:rPr lang="en-US" altLang="ko-KR" sz="900" dirty="0" smtClean="0"/>
              <a:t>. </a:t>
            </a:r>
            <a:r>
              <a:rPr lang="ko-KR" altLang="en-US" sz="900" dirty="0"/>
              <a:t>단계별로 해당되는 아이콘을 넣어주고 그 밑에 글자가 들어가는 식으로 하면 될 것 </a:t>
            </a:r>
            <a:r>
              <a:rPr lang="ko-KR" altLang="en-US" sz="900" dirty="0" err="1"/>
              <a:t>같고아이콘이</a:t>
            </a:r>
            <a:r>
              <a:rPr lang="ko-KR" altLang="en-US" sz="900" dirty="0"/>
              <a:t> 없다고 하게 되면 그 아이콘을 들어갈 수 있는 공간을 만들어주면 나중에 그쪽에 아이콘을 갖다 집어넣게</a:t>
            </a:r>
            <a:r>
              <a:rPr lang="en-US" altLang="ko-KR" sz="900" dirty="0" smtClean="0"/>
              <a:t>.</a:t>
            </a:r>
          </a:p>
          <a:p>
            <a:pPr algn="l"/>
            <a:endParaRPr lang="en-US" altLang="ko-KR" sz="900" dirty="0"/>
          </a:p>
          <a:p>
            <a:pPr algn="l"/>
            <a:r>
              <a:rPr lang="en-US" altLang="ko-KR" sz="900" dirty="0" smtClean="0"/>
              <a:t>(3) </a:t>
            </a:r>
            <a:r>
              <a:rPr lang="ko-KR" altLang="en-US" sz="900" dirty="0"/>
              <a:t>로고 배경 </a:t>
            </a:r>
            <a:endParaRPr lang="en-US" altLang="ko-KR" sz="900" dirty="0"/>
          </a:p>
          <a:p>
            <a:pPr algn="l"/>
            <a:r>
              <a:rPr lang="ko-KR" altLang="en-US" sz="900" dirty="0"/>
              <a:t>로고 배경 색상이 흰색으로 되어 있는데 아주 </a:t>
            </a:r>
            <a:r>
              <a:rPr lang="ko-KR" altLang="en-US" sz="900" dirty="0" err="1"/>
              <a:t>아주</a:t>
            </a:r>
            <a:r>
              <a:rPr lang="ko-KR" altLang="en-US" sz="900" dirty="0"/>
              <a:t> 옅은 핑크색 계열로 좀 </a:t>
            </a:r>
            <a:r>
              <a:rPr lang="ko-KR" altLang="en-US" sz="900" dirty="0" err="1"/>
              <a:t>바꿔줄래</a:t>
            </a:r>
            <a:r>
              <a:rPr lang="en-US" altLang="ko-KR" sz="900" dirty="0" smtClean="0"/>
              <a:t>?</a:t>
            </a:r>
            <a:r>
              <a:rPr lang="ko-KR" altLang="en-US" sz="900" dirty="0"/>
              <a:t> 진하지 </a:t>
            </a:r>
            <a:r>
              <a:rPr lang="ko-KR" altLang="en-US" sz="900" dirty="0" smtClean="0"/>
              <a:t>않는 핑크색</a:t>
            </a:r>
            <a:r>
              <a:rPr lang="en-US" altLang="ko-KR" sz="900" dirty="0" smtClean="0"/>
              <a:t>. </a:t>
            </a:r>
            <a:r>
              <a:rPr lang="ko-KR" altLang="en-US" sz="900" dirty="0"/>
              <a:t>왜냐하면 메인 메뉴 바랑 색깔 차이가 조금 났으면 좋겠어</a:t>
            </a:r>
            <a:r>
              <a:rPr lang="en-US" altLang="ko-KR" sz="900" dirty="0" smtClean="0"/>
              <a:t>.</a:t>
            </a:r>
          </a:p>
          <a:p>
            <a:pPr algn="l"/>
            <a:endParaRPr lang="en-US" altLang="ko-KR" sz="900" dirty="0"/>
          </a:p>
        </p:txBody>
      </p:sp>
    </p:spTree>
    <p:extLst>
      <p:ext uri="{BB962C8B-B14F-4D97-AF65-F5344CB8AC3E}">
        <p14:creationId xmlns:p14="http://schemas.microsoft.com/office/powerpoint/2010/main" val="1237225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645</Words>
  <Application>Microsoft Office PowerPoint</Application>
  <PresentationFormat>와이드스크린</PresentationFormat>
  <Paragraphs>165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新細明體</vt:lpstr>
      <vt:lpstr>游ゴシック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</dc:creator>
  <cp:lastModifiedBy>K</cp:lastModifiedBy>
  <cp:revision>21</cp:revision>
  <dcterms:created xsi:type="dcterms:W3CDTF">2026-02-15T04:37:09Z</dcterms:created>
  <dcterms:modified xsi:type="dcterms:W3CDTF">2026-02-17T07:49:02Z</dcterms:modified>
</cp:coreProperties>
</file>